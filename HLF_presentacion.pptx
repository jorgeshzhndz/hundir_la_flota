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76" r:id="rId9"/>
    <p:sldId id="275" r:id="rId10"/>
    <p:sldId id="277" r:id="rId11"/>
    <p:sldId id="279" r:id="rId12"/>
    <p:sldId id="262" r:id="rId13"/>
    <p:sldId id="280" r:id="rId14"/>
    <p:sldId id="281" r:id="rId15"/>
    <p:sldId id="282" r:id="rId16"/>
    <p:sldId id="263" r:id="rId17"/>
    <p:sldId id="264" r:id="rId18"/>
    <p:sldId id="283" r:id="rId19"/>
    <p:sldId id="265" r:id="rId20"/>
    <p:sldId id="291" r:id="rId21"/>
    <p:sldId id="285" r:id="rId22"/>
    <p:sldId id="287" r:id="rId23"/>
    <p:sldId id="293" r:id="rId24"/>
    <p:sldId id="294" r:id="rId25"/>
    <p:sldId id="290" r:id="rId26"/>
    <p:sldId id="288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sión general" id="{64250CCF-67E8-35CB-498D-352D70C0CD0F}">
          <p14:sldIdLst>
            <p14:sldId id="256"/>
            <p14:sldId id="257"/>
            <p14:sldId id="258"/>
          </p14:sldIdLst>
        </p14:section>
        <p14:section name="utils.py" id="{DB1CB8DD-7138-682B-E2FF-2431AFD1F69D}">
          <p14:sldIdLst>
            <p14:sldId id="259"/>
            <p14:sldId id="268"/>
            <p14:sldId id="269"/>
            <p14:sldId id="260"/>
            <p14:sldId id="276"/>
            <p14:sldId id="275"/>
            <p14:sldId id="277"/>
            <p14:sldId id="279"/>
            <p14:sldId id="262"/>
            <p14:sldId id="280"/>
            <p14:sldId id="281"/>
          </p14:sldIdLst>
        </p14:section>
        <p14:section name="bot.py" id="{A1657527-55EF-4784-D0E5-73B41FF73117}">
          <p14:sldIdLst>
            <p14:sldId id="282"/>
            <p14:sldId id="263"/>
            <p14:sldId id="264"/>
            <p14:sldId id="283"/>
          </p14:sldIdLst>
        </p14:section>
        <p14:section name="main.py y visual.py" id="{7E26624B-8B44-63D0-48FA-0DBD0BD86F29}">
          <p14:sldIdLst>
            <p14:sldId id="265"/>
            <p14:sldId id="291"/>
            <p14:sldId id="285"/>
            <p14:sldId id="287"/>
            <p14:sldId id="293"/>
            <p14:sldId id="294"/>
            <p14:sldId id="290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4"/>
    <p:restoredTop sz="94610"/>
  </p:normalViewPr>
  <p:slideViewPr>
    <p:cSldViewPr snapToGrid="0" snapToObjects="1">
      <p:cViewPr>
        <p:scale>
          <a:sx n="105" d="100"/>
          <a:sy n="105" d="100"/>
        </p:scale>
        <p:origin x="36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2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896A9-A014-8719-B13A-40AEC663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4D5B2-5261-701C-F495-9276F9260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B3861-99FE-8FA0-C36E-F142A35B6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'''En horizontal, limitamos la COLUMNA para que el barco no se salga por la derecha. Ej: Si el tablero mide 10 y el barco mide 4, el inicio máximo permitido es la columna 6 (10-4 = 6) NumPy excluye el último número en el rango, sumamos +1 (6 + 1 = 7) para que incluya el 6'''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700EF-5DB9-D88D-EF26-13DEF7674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20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E081-F420-28DE-B179-9D330F40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35FB5-843E-FE1F-7487-DEB0209A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294B5-53D3-ED91-0C19-152F091E7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28FAC-43CC-5446-C818-BF539FA57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70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E8180-68CF-B483-6E8B-1DF119522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B7AF3-6350-1734-9629-A691703DA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B2BCD-13C4-ABCF-5E3E-79AAC11C3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1A6BB-9803-6583-D82B-835F1BC85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3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64C9A-C202-409B-1446-59DDB245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318E5-D778-CE01-9A51-109C4D393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8B05B-F75B-953D-0A84-4F9BD6B46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3FF4C-392D-98A7-02FB-B8155E80D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95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AAA2-09F3-BA8B-A837-61B30D5F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C8561-DEC8-902F-94E8-5A3CA255A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F0FCF-A434-E9A2-F7C2-D34C203C6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FCB4F-C3A5-3F04-37D3-FA2606961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81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A2D5-E439-02CE-372A-2048765D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68E1-6A76-A7A5-CFE8-543C2A8CF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44FB6-84AD-819E-92C7-AF37B9113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6464B-5B9E-AEBB-E77F-7BEC88368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85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79CF7-86CC-B41D-6B97-56485F75B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78E47-48E4-1BF2-9FF1-2C644B5A3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AACBC-B50E-D4B6-DDC6-49DE9ACA6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0233-F5A8-BB1F-8762-5E64820CD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238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4462-97D4-2B44-4493-92BBC5B9F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4904F-7F64-CF54-376A-B80F916D2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B1054-A3B6-2508-7FDD-F1CE08867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108E8-6510-9C30-D22C-22F55D088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46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B4D8-2F17-BD3B-F256-DB51C6416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1DBF1-7AF6-AA70-4B00-BCCE68413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D90CC-76CA-31EB-D7D9-232493DE2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5730-63BE-F584-5013-E7DF7203F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57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62D9C-D3AA-CD6C-3CEE-930154C1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92884-F4A5-5E74-755C-0C482FD52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F5D8E-2515-8298-0D5A-D4FDD6759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16957-1456-E17D-C7D7-C98D3D8F4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93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Hundir la flota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766E"/>
                </a:solidFill>
              </a:rPr>
              <a:t>The Bridge | Data Science Bootcamp 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Jorge Sánchez Hernández</a:t>
            </a:r>
            <a:endParaRPr lang="en-US" sz="1400" dirty="0"/>
          </a:p>
        </p:txBody>
      </p:sp>
      <p:sp>
        <p:nvSpPr>
          <p:cNvPr id="5" name="tile 00">
            <a:extLst>
              <a:ext uri="{FF2B5EF4-FFF2-40B4-BE49-F238E27FC236}">
                <a16:creationId xmlns:a16="http://schemas.microsoft.com/office/drawing/2014/main" id="{FDC806F3-D715-4B8F-7D46-A30E60BDAAAA}"/>
              </a:ext>
            </a:extLst>
          </p:cNvPr>
          <p:cNvSpPr/>
          <p:nvPr/>
        </p:nvSpPr>
        <p:spPr>
          <a:xfrm>
            <a:off x="5120640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C1D1FF-1699-C2A8-A07B-418FC05C112F}"/>
              </a:ext>
            </a:extLst>
          </p:cNvPr>
          <p:cNvSpPr txBox="1"/>
          <p:nvPr/>
        </p:nvSpPr>
        <p:spPr>
          <a:xfrm>
            <a:off x="512064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7" name="tile 01">
            <a:extLst>
              <a:ext uri="{FF2B5EF4-FFF2-40B4-BE49-F238E27FC236}">
                <a16:creationId xmlns:a16="http://schemas.microsoft.com/office/drawing/2014/main" id="{74E0D9D1-FE8A-EF83-2AEC-8787BBDFB2F2}"/>
              </a:ext>
            </a:extLst>
          </p:cNvPr>
          <p:cNvSpPr/>
          <p:nvPr/>
        </p:nvSpPr>
        <p:spPr>
          <a:xfrm>
            <a:off x="5833872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0E07DC-861B-8657-C7B7-07852E150405}"/>
              </a:ext>
            </a:extLst>
          </p:cNvPr>
          <p:cNvSpPr txBox="1"/>
          <p:nvPr/>
        </p:nvSpPr>
        <p:spPr>
          <a:xfrm>
            <a:off x="5833872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9" name="tile 02">
            <a:extLst>
              <a:ext uri="{FF2B5EF4-FFF2-40B4-BE49-F238E27FC236}">
                <a16:creationId xmlns:a16="http://schemas.microsoft.com/office/drawing/2014/main" id="{55C0750C-D95A-7C52-BB01-CD37380D03CF}"/>
              </a:ext>
            </a:extLst>
          </p:cNvPr>
          <p:cNvSpPr/>
          <p:nvPr/>
        </p:nvSpPr>
        <p:spPr>
          <a:xfrm>
            <a:off x="6547104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ECEA15D-BBBB-D3D2-200E-ECB985CFA26A}"/>
              </a:ext>
            </a:extLst>
          </p:cNvPr>
          <p:cNvSpPr txBox="1"/>
          <p:nvPr/>
        </p:nvSpPr>
        <p:spPr>
          <a:xfrm>
            <a:off x="6547104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1" name="tile 03">
            <a:extLst>
              <a:ext uri="{FF2B5EF4-FFF2-40B4-BE49-F238E27FC236}">
                <a16:creationId xmlns:a16="http://schemas.microsoft.com/office/drawing/2014/main" id="{97D2B40D-5241-DF58-81C1-EFE8285BC4C7}"/>
              </a:ext>
            </a:extLst>
          </p:cNvPr>
          <p:cNvSpPr/>
          <p:nvPr/>
        </p:nvSpPr>
        <p:spPr>
          <a:xfrm>
            <a:off x="7260336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4F54EC-279A-2E7F-910B-7669E4AF1B57}"/>
              </a:ext>
            </a:extLst>
          </p:cNvPr>
          <p:cNvSpPr txBox="1"/>
          <p:nvPr/>
        </p:nvSpPr>
        <p:spPr>
          <a:xfrm>
            <a:off x="7260336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13" name="tile 04">
            <a:extLst>
              <a:ext uri="{FF2B5EF4-FFF2-40B4-BE49-F238E27FC236}">
                <a16:creationId xmlns:a16="http://schemas.microsoft.com/office/drawing/2014/main" id="{9F3ED839-A5E7-C566-3E18-BFB8A43A3022}"/>
              </a:ext>
            </a:extLst>
          </p:cNvPr>
          <p:cNvSpPr/>
          <p:nvPr/>
        </p:nvSpPr>
        <p:spPr>
          <a:xfrm>
            <a:off x="7973568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950C99-AD2F-39FC-3973-2F5E43D1CBEF}"/>
              </a:ext>
            </a:extLst>
          </p:cNvPr>
          <p:cNvSpPr txBox="1"/>
          <p:nvPr/>
        </p:nvSpPr>
        <p:spPr>
          <a:xfrm>
            <a:off x="7973568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⚓</a:t>
            </a:r>
            <a:endParaRPr lang="en-US" sz="2800" dirty="0"/>
          </a:p>
        </p:txBody>
      </p:sp>
      <p:sp>
        <p:nvSpPr>
          <p:cNvPr id="15" name="tile 10">
            <a:extLst>
              <a:ext uri="{FF2B5EF4-FFF2-40B4-BE49-F238E27FC236}">
                <a16:creationId xmlns:a16="http://schemas.microsoft.com/office/drawing/2014/main" id="{32857310-68D5-6EBB-384D-800D780CE668}"/>
              </a:ext>
            </a:extLst>
          </p:cNvPr>
          <p:cNvSpPr/>
          <p:nvPr/>
        </p:nvSpPr>
        <p:spPr>
          <a:xfrm>
            <a:off x="5120640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8A00526-F1BD-466F-887A-E93A91135D31}"/>
              </a:ext>
            </a:extLst>
          </p:cNvPr>
          <p:cNvSpPr txBox="1"/>
          <p:nvPr/>
        </p:nvSpPr>
        <p:spPr>
          <a:xfrm>
            <a:off x="5120640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7" name="tile 11">
            <a:extLst>
              <a:ext uri="{FF2B5EF4-FFF2-40B4-BE49-F238E27FC236}">
                <a16:creationId xmlns:a16="http://schemas.microsoft.com/office/drawing/2014/main" id="{E7F9A6A4-8B0B-5320-F892-F5226CEBAA29}"/>
              </a:ext>
            </a:extLst>
          </p:cNvPr>
          <p:cNvSpPr/>
          <p:nvPr/>
        </p:nvSpPr>
        <p:spPr>
          <a:xfrm>
            <a:off x="5833872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DB92752-C549-C8A2-8C03-B32DDB9C2280}"/>
              </a:ext>
            </a:extLst>
          </p:cNvPr>
          <p:cNvSpPr txBox="1"/>
          <p:nvPr/>
        </p:nvSpPr>
        <p:spPr>
          <a:xfrm>
            <a:off x="5833872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⛵</a:t>
            </a:r>
            <a:endParaRPr lang="en-US" sz="2800" dirty="0"/>
          </a:p>
        </p:txBody>
      </p:sp>
      <p:sp>
        <p:nvSpPr>
          <p:cNvPr id="19" name="tile 12">
            <a:extLst>
              <a:ext uri="{FF2B5EF4-FFF2-40B4-BE49-F238E27FC236}">
                <a16:creationId xmlns:a16="http://schemas.microsoft.com/office/drawing/2014/main" id="{FD962D1C-FFD2-AE22-39A5-9568CD9F7BB3}"/>
              </a:ext>
            </a:extLst>
          </p:cNvPr>
          <p:cNvSpPr/>
          <p:nvPr/>
        </p:nvSpPr>
        <p:spPr>
          <a:xfrm>
            <a:off x="6547104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0A006F0-D71B-3FFC-3F80-1B64394ACE59}"/>
              </a:ext>
            </a:extLst>
          </p:cNvPr>
          <p:cNvSpPr txBox="1"/>
          <p:nvPr/>
        </p:nvSpPr>
        <p:spPr>
          <a:xfrm>
            <a:off x="6547104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⛵</a:t>
            </a:r>
            <a:endParaRPr lang="en-US" sz="2800" dirty="0"/>
          </a:p>
        </p:txBody>
      </p:sp>
      <p:sp>
        <p:nvSpPr>
          <p:cNvPr id="21" name="tile 13">
            <a:extLst>
              <a:ext uri="{FF2B5EF4-FFF2-40B4-BE49-F238E27FC236}">
                <a16:creationId xmlns:a16="http://schemas.microsoft.com/office/drawing/2014/main" id="{C83E0C27-8171-511A-DAB6-5B90D4D06E21}"/>
              </a:ext>
            </a:extLst>
          </p:cNvPr>
          <p:cNvSpPr/>
          <p:nvPr/>
        </p:nvSpPr>
        <p:spPr>
          <a:xfrm>
            <a:off x="7260336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EA5D0B7-A386-2EB3-09F3-E0D46E8F1456}"/>
              </a:ext>
            </a:extLst>
          </p:cNvPr>
          <p:cNvSpPr txBox="1"/>
          <p:nvPr/>
        </p:nvSpPr>
        <p:spPr>
          <a:xfrm>
            <a:off x="7260336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⛵</a:t>
            </a:r>
            <a:endParaRPr lang="en-US" sz="2800" dirty="0"/>
          </a:p>
        </p:txBody>
      </p:sp>
      <p:sp>
        <p:nvSpPr>
          <p:cNvPr id="23" name="tile 14">
            <a:extLst>
              <a:ext uri="{FF2B5EF4-FFF2-40B4-BE49-F238E27FC236}">
                <a16:creationId xmlns:a16="http://schemas.microsoft.com/office/drawing/2014/main" id="{2A27DC94-0089-D7A6-2F38-8BC8F65BCB96}"/>
              </a:ext>
            </a:extLst>
          </p:cNvPr>
          <p:cNvSpPr/>
          <p:nvPr/>
        </p:nvSpPr>
        <p:spPr>
          <a:xfrm>
            <a:off x="7973568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3A1EAF0-9296-4BE9-1A9E-46CA4454829D}"/>
              </a:ext>
            </a:extLst>
          </p:cNvPr>
          <p:cNvSpPr txBox="1"/>
          <p:nvPr/>
        </p:nvSpPr>
        <p:spPr>
          <a:xfrm>
            <a:off x="7973568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25" name="tile 20">
            <a:extLst>
              <a:ext uri="{FF2B5EF4-FFF2-40B4-BE49-F238E27FC236}">
                <a16:creationId xmlns:a16="http://schemas.microsoft.com/office/drawing/2014/main" id="{FA1C587F-E363-AC0A-1D45-850D053BABD9}"/>
              </a:ext>
            </a:extLst>
          </p:cNvPr>
          <p:cNvSpPr/>
          <p:nvPr/>
        </p:nvSpPr>
        <p:spPr>
          <a:xfrm>
            <a:off x="5120640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E52A457-6E37-2E01-614C-F40BB6C50512}"/>
              </a:ext>
            </a:extLst>
          </p:cNvPr>
          <p:cNvSpPr txBox="1"/>
          <p:nvPr/>
        </p:nvSpPr>
        <p:spPr>
          <a:xfrm>
            <a:off x="5120640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7" name="tile 21">
            <a:extLst>
              <a:ext uri="{FF2B5EF4-FFF2-40B4-BE49-F238E27FC236}">
                <a16:creationId xmlns:a16="http://schemas.microsoft.com/office/drawing/2014/main" id="{D263B887-815E-757B-A432-3D78516A87B1}"/>
              </a:ext>
            </a:extLst>
          </p:cNvPr>
          <p:cNvSpPr/>
          <p:nvPr/>
        </p:nvSpPr>
        <p:spPr>
          <a:xfrm>
            <a:off x="5833872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18A5315-58E5-39D1-0BE3-ED1926D80B8B}"/>
              </a:ext>
            </a:extLst>
          </p:cNvPr>
          <p:cNvSpPr txBox="1"/>
          <p:nvPr/>
        </p:nvSpPr>
        <p:spPr>
          <a:xfrm>
            <a:off x="5833872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9" name="tile 22">
            <a:extLst>
              <a:ext uri="{FF2B5EF4-FFF2-40B4-BE49-F238E27FC236}">
                <a16:creationId xmlns:a16="http://schemas.microsoft.com/office/drawing/2014/main" id="{934F7C74-0E8B-FAB5-6D6B-48BF4884B387}"/>
              </a:ext>
            </a:extLst>
          </p:cNvPr>
          <p:cNvSpPr/>
          <p:nvPr/>
        </p:nvSpPr>
        <p:spPr>
          <a:xfrm>
            <a:off x="6547104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F06830D-9B9B-C0AC-534F-A5C73F158280}"/>
              </a:ext>
            </a:extLst>
          </p:cNvPr>
          <p:cNvSpPr txBox="1"/>
          <p:nvPr/>
        </p:nvSpPr>
        <p:spPr>
          <a:xfrm>
            <a:off x="6547104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31" name="tile 23">
            <a:extLst>
              <a:ext uri="{FF2B5EF4-FFF2-40B4-BE49-F238E27FC236}">
                <a16:creationId xmlns:a16="http://schemas.microsoft.com/office/drawing/2014/main" id="{5AE22860-D891-D4E2-E04B-5517CA535DBB}"/>
              </a:ext>
            </a:extLst>
          </p:cNvPr>
          <p:cNvSpPr/>
          <p:nvPr/>
        </p:nvSpPr>
        <p:spPr>
          <a:xfrm>
            <a:off x="7260336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2E7FFB6-F9DC-FCCF-C9D7-F52355C82CAD}"/>
              </a:ext>
            </a:extLst>
          </p:cNvPr>
          <p:cNvSpPr txBox="1"/>
          <p:nvPr/>
        </p:nvSpPr>
        <p:spPr>
          <a:xfrm>
            <a:off x="7260336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33" name="tile 24">
            <a:extLst>
              <a:ext uri="{FF2B5EF4-FFF2-40B4-BE49-F238E27FC236}">
                <a16:creationId xmlns:a16="http://schemas.microsoft.com/office/drawing/2014/main" id="{9ABAE32F-C4CD-A97B-D4B1-B4497CAFB374}"/>
              </a:ext>
            </a:extLst>
          </p:cNvPr>
          <p:cNvSpPr/>
          <p:nvPr/>
        </p:nvSpPr>
        <p:spPr>
          <a:xfrm>
            <a:off x="7973568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D1DFBD7-2884-0A5E-5FF0-1D06D2B1AA08}"/>
              </a:ext>
            </a:extLst>
          </p:cNvPr>
          <p:cNvSpPr txBox="1"/>
          <p:nvPr/>
        </p:nvSpPr>
        <p:spPr>
          <a:xfrm>
            <a:off x="7973568" y="225171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🛟 </a:t>
            </a:r>
            <a:endParaRPr lang="en-US" sz="2800" dirty="0"/>
          </a:p>
        </p:txBody>
      </p:sp>
      <p:sp>
        <p:nvSpPr>
          <p:cNvPr id="35" name="tile 30">
            <a:extLst>
              <a:ext uri="{FF2B5EF4-FFF2-40B4-BE49-F238E27FC236}">
                <a16:creationId xmlns:a16="http://schemas.microsoft.com/office/drawing/2014/main" id="{88E44AEE-4EEB-DADD-21BC-FFCB773FBD6D}"/>
              </a:ext>
            </a:extLst>
          </p:cNvPr>
          <p:cNvSpPr/>
          <p:nvPr/>
        </p:nvSpPr>
        <p:spPr>
          <a:xfrm>
            <a:off x="5120640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7597668-D2E7-85AB-09BC-DE3676AFE816}"/>
              </a:ext>
            </a:extLst>
          </p:cNvPr>
          <p:cNvSpPr txBox="1"/>
          <p:nvPr/>
        </p:nvSpPr>
        <p:spPr>
          <a:xfrm>
            <a:off x="5120640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37" name="tile 31">
            <a:extLst>
              <a:ext uri="{FF2B5EF4-FFF2-40B4-BE49-F238E27FC236}">
                <a16:creationId xmlns:a16="http://schemas.microsoft.com/office/drawing/2014/main" id="{31F85DAA-2DCD-782F-A9E1-8D42AA1A032C}"/>
              </a:ext>
            </a:extLst>
          </p:cNvPr>
          <p:cNvSpPr/>
          <p:nvPr/>
        </p:nvSpPr>
        <p:spPr>
          <a:xfrm>
            <a:off x="5833872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1326122-411A-E2AE-8441-402DA739908F}"/>
              </a:ext>
            </a:extLst>
          </p:cNvPr>
          <p:cNvSpPr txBox="1"/>
          <p:nvPr/>
        </p:nvSpPr>
        <p:spPr>
          <a:xfrm>
            <a:off x="5833872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⛴️</a:t>
            </a:r>
            <a:endParaRPr lang="en-US" sz="2800" dirty="0"/>
          </a:p>
        </p:txBody>
      </p:sp>
      <p:sp>
        <p:nvSpPr>
          <p:cNvPr id="39" name="tile 32">
            <a:extLst>
              <a:ext uri="{FF2B5EF4-FFF2-40B4-BE49-F238E27FC236}">
                <a16:creationId xmlns:a16="http://schemas.microsoft.com/office/drawing/2014/main" id="{73803E77-66EB-6152-8A37-6FE707F94A1A}"/>
              </a:ext>
            </a:extLst>
          </p:cNvPr>
          <p:cNvSpPr/>
          <p:nvPr/>
        </p:nvSpPr>
        <p:spPr>
          <a:xfrm>
            <a:off x="6547104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E85CE18-104E-3906-BC3C-5415412E4D29}"/>
              </a:ext>
            </a:extLst>
          </p:cNvPr>
          <p:cNvSpPr txBox="1"/>
          <p:nvPr/>
        </p:nvSpPr>
        <p:spPr>
          <a:xfrm>
            <a:off x="6547104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⛴️</a:t>
            </a:r>
            <a:endParaRPr lang="en-US" sz="2800" dirty="0"/>
          </a:p>
        </p:txBody>
      </p:sp>
      <p:sp>
        <p:nvSpPr>
          <p:cNvPr id="41" name="tile 33">
            <a:extLst>
              <a:ext uri="{FF2B5EF4-FFF2-40B4-BE49-F238E27FC236}">
                <a16:creationId xmlns:a16="http://schemas.microsoft.com/office/drawing/2014/main" id="{2785B71A-7271-D878-841C-C4BD8D858A43}"/>
              </a:ext>
            </a:extLst>
          </p:cNvPr>
          <p:cNvSpPr/>
          <p:nvPr/>
        </p:nvSpPr>
        <p:spPr>
          <a:xfrm>
            <a:off x="7260336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0773D7F-18DC-BF86-4399-708E2B2A29D8}"/>
              </a:ext>
            </a:extLst>
          </p:cNvPr>
          <p:cNvSpPr txBox="1"/>
          <p:nvPr/>
        </p:nvSpPr>
        <p:spPr>
          <a:xfrm>
            <a:off x="7260336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💥</a:t>
            </a:r>
            <a:endParaRPr lang="en-US" sz="2800" dirty="0"/>
          </a:p>
        </p:txBody>
      </p:sp>
      <p:sp>
        <p:nvSpPr>
          <p:cNvPr id="43" name="tile 34">
            <a:extLst>
              <a:ext uri="{FF2B5EF4-FFF2-40B4-BE49-F238E27FC236}">
                <a16:creationId xmlns:a16="http://schemas.microsoft.com/office/drawing/2014/main" id="{72D54A80-50F0-C435-A6D0-508D2A6A3167}"/>
              </a:ext>
            </a:extLst>
          </p:cNvPr>
          <p:cNvSpPr/>
          <p:nvPr/>
        </p:nvSpPr>
        <p:spPr>
          <a:xfrm>
            <a:off x="7973568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A1AAD93-5484-11D4-6817-A16551AAA054}"/>
              </a:ext>
            </a:extLst>
          </p:cNvPr>
          <p:cNvSpPr txBox="1"/>
          <p:nvPr/>
        </p:nvSpPr>
        <p:spPr>
          <a:xfrm>
            <a:off x="7973568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45" name="tile 40">
            <a:extLst>
              <a:ext uri="{FF2B5EF4-FFF2-40B4-BE49-F238E27FC236}">
                <a16:creationId xmlns:a16="http://schemas.microsoft.com/office/drawing/2014/main" id="{05193A53-87A3-0A1D-E45E-F4AAE620DBE5}"/>
              </a:ext>
            </a:extLst>
          </p:cNvPr>
          <p:cNvSpPr/>
          <p:nvPr/>
        </p:nvSpPr>
        <p:spPr>
          <a:xfrm>
            <a:off x="5120640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0172FFE-C887-B88F-06F0-6742487E7208}"/>
              </a:ext>
            </a:extLst>
          </p:cNvPr>
          <p:cNvSpPr txBox="1"/>
          <p:nvPr/>
        </p:nvSpPr>
        <p:spPr>
          <a:xfrm>
            <a:off x="512064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⚓</a:t>
            </a:r>
            <a:endParaRPr lang="en-US" sz="2800" dirty="0"/>
          </a:p>
        </p:txBody>
      </p:sp>
      <p:sp>
        <p:nvSpPr>
          <p:cNvPr id="47" name="tile 41">
            <a:extLst>
              <a:ext uri="{FF2B5EF4-FFF2-40B4-BE49-F238E27FC236}">
                <a16:creationId xmlns:a16="http://schemas.microsoft.com/office/drawing/2014/main" id="{342EE16B-E1BE-1DD1-50DD-81644A08567F}"/>
              </a:ext>
            </a:extLst>
          </p:cNvPr>
          <p:cNvSpPr/>
          <p:nvPr/>
        </p:nvSpPr>
        <p:spPr>
          <a:xfrm>
            <a:off x="5833872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BE431DC-DAF3-9E54-8B0C-DD06FBB1B340}"/>
              </a:ext>
            </a:extLst>
          </p:cNvPr>
          <p:cNvSpPr txBox="1"/>
          <p:nvPr/>
        </p:nvSpPr>
        <p:spPr>
          <a:xfrm>
            <a:off x="5833872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49" name="tile 42">
            <a:extLst>
              <a:ext uri="{FF2B5EF4-FFF2-40B4-BE49-F238E27FC236}">
                <a16:creationId xmlns:a16="http://schemas.microsoft.com/office/drawing/2014/main" id="{3BFDAD7C-ED4E-0258-CA97-7C1ABB359AF6}"/>
              </a:ext>
            </a:extLst>
          </p:cNvPr>
          <p:cNvSpPr/>
          <p:nvPr/>
        </p:nvSpPr>
        <p:spPr>
          <a:xfrm>
            <a:off x="6547104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C87BD5D-FFE5-D520-3D53-EB82A64D4D8C}"/>
              </a:ext>
            </a:extLst>
          </p:cNvPr>
          <p:cNvSpPr txBox="1"/>
          <p:nvPr/>
        </p:nvSpPr>
        <p:spPr>
          <a:xfrm>
            <a:off x="6547104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⚓</a:t>
            </a:r>
            <a:endParaRPr lang="en-US" sz="2800" dirty="0"/>
          </a:p>
        </p:txBody>
      </p:sp>
      <p:sp>
        <p:nvSpPr>
          <p:cNvPr id="51" name="tile 43">
            <a:extLst>
              <a:ext uri="{FF2B5EF4-FFF2-40B4-BE49-F238E27FC236}">
                <a16:creationId xmlns:a16="http://schemas.microsoft.com/office/drawing/2014/main" id="{B3589D78-0B98-D874-4E44-D3F32AB11312}"/>
              </a:ext>
            </a:extLst>
          </p:cNvPr>
          <p:cNvSpPr/>
          <p:nvPr/>
        </p:nvSpPr>
        <p:spPr>
          <a:xfrm>
            <a:off x="7260336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93C3AB84-1550-602A-ABB0-3DCCFFC3E587}"/>
              </a:ext>
            </a:extLst>
          </p:cNvPr>
          <p:cNvSpPr txBox="1"/>
          <p:nvPr/>
        </p:nvSpPr>
        <p:spPr>
          <a:xfrm>
            <a:off x="7260336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53" name="tile 44">
            <a:extLst>
              <a:ext uri="{FF2B5EF4-FFF2-40B4-BE49-F238E27FC236}">
                <a16:creationId xmlns:a16="http://schemas.microsoft.com/office/drawing/2014/main" id="{547B19FA-F561-5B28-EAAD-20FC04D23C0F}"/>
              </a:ext>
            </a:extLst>
          </p:cNvPr>
          <p:cNvSpPr/>
          <p:nvPr/>
        </p:nvSpPr>
        <p:spPr>
          <a:xfrm>
            <a:off x="7973568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6253335-A886-A46D-D38F-7D06173F5E6D}"/>
              </a:ext>
            </a:extLst>
          </p:cNvPr>
          <p:cNvSpPr txBox="1"/>
          <p:nvPr/>
        </p:nvSpPr>
        <p:spPr>
          <a:xfrm>
            <a:off x="7973568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proyecto</a:t>
            </a:r>
            <a:endParaRPr lang="en-US" sz="3000" dirty="0"/>
          </a:p>
        </p:txBody>
      </p:sp>
      <p:sp>
        <p:nvSpPr>
          <p:cNvPr id="3" name="card main.py"/>
          <p:cNvSpPr/>
          <p:nvPr/>
        </p:nvSpPr>
        <p:spPr>
          <a:xfrm>
            <a:off x="2743200" y="30403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3108960" y="3129349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main.py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3522541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Bucle de la partida y turnos</a:t>
            </a:r>
            <a:endParaRPr lang="en-US" sz="1400" dirty="0"/>
          </a:p>
        </p:txBody>
      </p:sp>
      <p:sp>
        <p:nvSpPr>
          <p:cNvPr id="7" name="card utils.py"/>
          <p:cNvSpPr/>
          <p:nvPr/>
        </p:nvSpPr>
        <p:spPr>
          <a:xfrm>
            <a:off x="146043" y="1026229"/>
            <a:ext cx="3373992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328923" y="1135957"/>
            <a:ext cx="2924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utils.py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8923" y="1529149"/>
            <a:ext cx="29241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Tableros, barcos, disparos y vidas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H="1">
            <a:off x="4572000" y="2143898"/>
            <a:ext cx="0" cy="921443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1" name="card bot.py"/>
          <p:cNvSpPr/>
          <p:nvPr/>
        </p:nvSpPr>
        <p:spPr>
          <a:xfrm>
            <a:off x="2889243" y="1026229"/>
            <a:ext cx="3373992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 txBox="1"/>
          <p:nvPr/>
        </p:nvSpPr>
        <p:spPr>
          <a:xfrm>
            <a:off x="3072123" y="1135957"/>
            <a:ext cx="2924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bot.py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72123" y="1529149"/>
            <a:ext cx="29241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La CPU y sus 3 niveles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flipH="1">
            <a:off x="5127768" y="2143898"/>
            <a:ext cx="1993193" cy="88276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5" name="card visual.py"/>
          <p:cNvSpPr/>
          <p:nvPr/>
        </p:nvSpPr>
        <p:spPr>
          <a:xfrm>
            <a:off x="5632443" y="1026229"/>
            <a:ext cx="3373992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 txBox="1"/>
          <p:nvPr/>
        </p:nvSpPr>
        <p:spPr>
          <a:xfrm>
            <a:off x="5815322" y="1135957"/>
            <a:ext cx="2924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visual.py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15323" y="1529149"/>
            <a:ext cx="29241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</a:rPr>
              <a:t>Slowprint</a:t>
            </a:r>
            <a:r>
              <a:rPr lang="en-US" sz="1400" dirty="0">
                <a:solidFill>
                  <a:srgbClr val="1E293B"/>
                </a:solidFill>
              </a:rPr>
              <a:t>: </a:t>
            </a:r>
            <a:r>
              <a:rPr lang="en-US" sz="1400" dirty="0" err="1">
                <a:solidFill>
                  <a:srgbClr val="1E293B"/>
                </a:solidFill>
              </a:rPr>
              <a:t>texto</a:t>
            </a:r>
            <a:r>
              <a:rPr lang="en-US" sz="1400" dirty="0">
                <a:solidFill>
                  <a:srgbClr val="1E293B"/>
                </a:solidFill>
              </a:rPr>
              <a:t> lento en la </a:t>
            </a:r>
            <a:r>
              <a:rPr lang="en-US" sz="1400" dirty="0" err="1">
                <a:solidFill>
                  <a:srgbClr val="1E293B"/>
                </a:solidFill>
              </a:rPr>
              <a:t>visualización</a:t>
            </a:r>
            <a:r>
              <a:rPr lang="en-US" sz="1400" dirty="0">
                <a:solidFill>
                  <a:srgbClr val="1E293B"/>
                </a:solidFill>
              </a:rPr>
              <a:t> del terminal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0941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main.py </a:t>
            </a:r>
            <a:r>
              <a:rPr lang="en-US" sz="1400" dirty="0" err="1">
                <a:solidFill>
                  <a:srgbClr val="64748B"/>
                </a:solidFill>
              </a:rPr>
              <a:t>importa</a:t>
            </a:r>
            <a:r>
              <a:rPr lang="en-US" sz="1400" dirty="0">
                <a:solidFill>
                  <a:srgbClr val="64748B"/>
                </a:solidFill>
              </a:rPr>
              <a:t> </a:t>
            </a:r>
            <a:r>
              <a:rPr lang="en-US" sz="1400" dirty="0" err="1">
                <a:solidFill>
                  <a:srgbClr val="64748B"/>
                </a:solidFill>
              </a:rPr>
              <a:t>funciones</a:t>
            </a:r>
            <a:r>
              <a:rPr lang="en-US" sz="1400" dirty="0">
                <a:solidFill>
                  <a:srgbClr val="64748B"/>
                </a:solidFill>
              </a:rPr>
              <a:t> de los otros </a:t>
            </a:r>
            <a:r>
              <a:rPr lang="en-US" sz="1400" dirty="0" err="1">
                <a:solidFill>
                  <a:srgbClr val="64748B"/>
                </a:solidFill>
              </a:rPr>
              <a:t>tres</a:t>
            </a:r>
            <a:r>
              <a:rPr lang="en-US" sz="1400" dirty="0">
                <a:solidFill>
                  <a:srgbClr val="64748B"/>
                </a:solidFill>
              </a:rPr>
              <a:t> </a:t>
            </a:r>
            <a:r>
              <a:rPr lang="en-US" sz="1400" dirty="0" err="1">
                <a:solidFill>
                  <a:srgbClr val="64748B"/>
                </a:solidFill>
              </a:rPr>
              <a:t>módulos</a:t>
            </a:r>
            <a:r>
              <a:rPr lang="en-US" sz="1400" dirty="0">
                <a:solidFill>
                  <a:srgbClr val="64748B"/>
                </a:solidFill>
              </a:rPr>
              <a:t> para el </a:t>
            </a:r>
            <a:r>
              <a:rPr lang="en-US" sz="1400" dirty="0" err="1">
                <a:solidFill>
                  <a:srgbClr val="64748B"/>
                </a:solidFill>
              </a:rPr>
              <a:t>correcto</a:t>
            </a:r>
            <a:r>
              <a:rPr lang="en-US" sz="1400" dirty="0">
                <a:solidFill>
                  <a:srgbClr val="64748B"/>
                </a:solidFill>
              </a:rPr>
              <a:t> </a:t>
            </a:r>
            <a:r>
              <a:rPr lang="en-US" sz="1400" dirty="0" err="1">
                <a:solidFill>
                  <a:srgbClr val="64748B"/>
                </a:solidFill>
              </a:rPr>
              <a:t>funcionamiento</a:t>
            </a:r>
            <a:r>
              <a:rPr lang="en-US" sz="1400" dirty="0">
                <a:solidFill>
                  <a:srgbClr val="64748B"/>
                </a:solidFill>
              </a:rPr>
              <a:t> de la </a:t>
            </a:r>
            <a:r>
              <a:rPr lang="en-US" sz="1400" dirty="0" err="1">
                <a:solidFill>
                  <a:srgbClr val="64748B"/>
                </a:solidFill>
              </a:rPr>
              <a:t>partida</a:t>
            </a:r>
            <a:endParaRPr lang="en-US" sz="14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ADB13C34-5AC0-83B3-3769-A62788E0DEA6}"/>
              </a:ext>
            </a:extLst>
          </p:cNvPr>
          <p:cNvSpPr/>
          <p:nvPr/>
        </p:nvSpPr>
        <p:spPr>
          <a:xfrm>
            <a:off x="2340602" y="2157984"/>
            <a:ext cx="1850753" cy="879925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5072007-64C2-B176-51A0-340A18707FAF}"/>
              </a:ext>
            </a:extLst>
          </p:cNvPr>
          <p:cNvSpPr txBox="1"/>
          <p:nvPr/>
        </p:nvSpPr>
        <p:spPr>
          <a:xfrm>
            <a:off x="6586942" y="1233686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00" dirty="0"/>
              <a:t>time, sys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2CB4C5D-0BCB-9C52-E4F5-09E2D138D256}"/>
              </a:ext>
            </a:extLst>
          </p:cNvPr>
          <p:cNvSpPr txBox="1"/>
          <p:nvPr/>
        </p:nvSpPr>
        <p:spPr>
          <a:xfrm>
            <a:off x="969003" y="1211877"/>
            <a:ext cx="5623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00" dirty="0"/>
              <a:t>numpy, random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925890B-0B51-E5BA-0439-376FDA893AB5}"/>
              </a:ext>
            </a:extLst>
          </p:cNvPr>
          <p:cNvSpPr txBox="1"/>
          <p:nvPr/>
        </p:nvSpPr>
        <p:spPr>
          <a:xfrm>
            <a:off x="3775282" y="3216111"/>
            <a:ext cx="5623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00" dirty="0"/>
              <a:t>numpy, random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41D7106-9BB9-3BAD-6C0D-C3849C4B39B8}"/>
              </a:ext>
            </a:extLst>
          </p:cNvPr>
          <p:cNvSpPr txBox="1"/>
          <p:nvPr/>
        </p:nvSpPr>
        <p:spPr>
          <a:xfrm>
            <a:off x="3573185" y="1211877"/>
            <a:ext cx="55794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00" dirty="0"/>
              <a:t>random</a:t>
            </a:r>
            <a:endParaRPr lang="es-4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rd create_board">
            <a:extLst>
              <a:ext uri="{FF2B5EF4-FFF2-40B4-BE49-F238E27FC236}">
                <a16:creationId xmlns:a16="http://schemas.microsoft.com/office/drawing/2014/main" id="{DF5D7AD8-15E1-77E4-E9CD-44C4D55DF92A}"/>
              </a:ext>
            </a:extLst>
          </p:cNvPr>
          <p:cNvSpPr/>
          <p:nvPr/>
        </p:nvSpPr>
        <p:spPr>
          <a:xfrm>
            <a:off x="4474055" y="756837"/>
            <a:ext cx="4212745" cy="3998044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671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Leyenda: El </a:t>
            </a: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y la </a:t>
            </a:r>
            <a:r>
              <a:rPr lang="en-US" sz="2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flota</a:t>
            </a: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99075" y="767621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⬜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39155" y="722664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Agua sin disparar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99075" y="1297973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39155" y="1257252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Casilla vecina a un </a:t>
            </a:r>
            <a:r>
              <a:rPr lang="en-US" sz="1500" dirty="0" err="1">
                <a:solidFill>
                  <a:srgbClr val="1E293B"/>
                </a:solidFill>
              </a:rPr>
              <a:t>barco</a:t>
            </a:r>
            <a:r>
              <a:rPr lang="en-US" sz="1500" dirty="0">
                <a:solidFill>
                  <a:srgbClr val="1E293B"/>
                </a:solidFill>
              </a:rPr>
              <a:t> (</a:t>
            </a:r>
            <a:r>
              <a:rPr lang="en-US" sz="1500" dirty="0" err="1">
                <a:solidFill>
                  <a:srgbClr val="1E293B"/>
                </a:solidFill>
              </a:rPr>
              <a:t>Máscara</a:t>
            </a:r>
            <a:r>
              <a:rPr lang="en-US" sz="1500" dirty="0">
                <a:solidFill>
                  <a:srgbClr val="1E293B"/>
                </a:solidFill>
              </a:rPr>
              <a:t>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9075" y="3419381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99075" y="2358677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❎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39155" y="2358677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Barco tocado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9075" y="2889029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💀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39155" y="2889029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Barco hundido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9075" y="1835013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39155" y="1719628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Agua </a:t>
            </a:r>
            <a:r>
              <a:rPr lang="en-US" sz="1500" dirty="0" err="1">
                <a:solidFill>
                  <a:srgbClr val="1E293B"/>
                </a:solidFill>
              </a:rPr>
              <a:t>disparada</a:t>
            </a:r>
            <a:endParaRPr lang="en-US" sz="150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7505C5E-CCB6-387D-3B09-3C645D9AE807}"/>
              </a:ext>
            </a:extLst>
          </p:cNvPr>
          <p:cNvSpPr txBox="1"/>
          <p:nvPr/>
        </p:nvSpPr>
        <p:spPr>
          <a:xfrm>
            <a:off x="1039155" y="3396251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Barco no </a:t>
            </a:r>
            <a:r>
              <a:rPr lang="en-US" sz="1500" dirty="0" err="1">
                <a:solidFill>
                  <a:srgbClr val="1E293B"/>
                </a:solidFill>
              </a:rPr>
              <a:t>tocado</a:t>
            </a:r>
            <a:r>
              <a:rPr lang="en-US" sz="1500" dirty="0">
                <a:solidFill>
                  <a:srgbClr val="1E293B"/>
                </a:solidFill>
              </a:rPr>
              <a:t> </a:t>
            </a:r>
            <a:endParaRPr lang="en-US" sz="1500" dirty="0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D2CBD8D-842E-A3B7-07E3-44406CD7B53E}"/>
              </a:ext>
            </a:extLst>
          </p:cNvPr>
          <p:cNvGrpSpPr/>
          <p:nvPr/>
        </p:nvGrpSpPr>
        <p:grpSpPr>
          <a:xfrm>
            <a:off x="365760" y="3967833"/>
            <a:ext cx="4650357" cy="3128676"/>
            <a:chOff x="4382252" y="1105913"/>
            <a:chExt cx="4847311" cy="3321950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5F14A675-0DA4-BF6F-2ACE-BBA9CF989D00}"/>
                </a:ext>
              </a:extLst>
            </p:cNvPr>
            <p:cNvGrpSpPr/>
            <p:nvPr/>
          </p:nvGrpSpPr>
          <p:grpSpPr>
            <a:xfrm>
              <a:off x="4382252" y="1105913"/>
              <a:ext cx="4004551" cy="3321950"/>
              <a:chOff x="5303519" y="892527"/>
              <a:chExt cx="3291841" cy="2818884"/>
            </a:xfrm>
          </p:grpSpPr>
          <p:sp>
            <p:nvSpPr>
              <p:cNvPr id="36" name="code main.py">
                <a:extLst>
                  <a:ext uri="{FF2B5EF4-FFF2-40B4-BE49-F238E27FC236}">
                    <a16:creationId xmlns:a16="http://schemas.microsoft.com/office/drawing/2014/main" id="{0F30E290-2C2D-EA81-6455-C779DB0D43F6}"/>
                  </a:ext>
                </a:extLst>
              </p:cNvPr>
              <p:cNvSpPr/>
              <p:nvPr/>
            </p:nvSpPr>
            <p:spPr>
              <a:xfrm>
                <a:off x="5303519" y="892527"/>
                <a:ext cx="3057745" cy="739410"/>
              </a:xfrm>
              <a:prstGeom prst="roundRect">
                <a:avLst>
                  <a:gd name="adj" fmla="val 2500"/>
                </a:avLst>
              </a:prstGeom>
              <a:solidFill>
                <a:srgbClr val="F8FAFC"/>
              </a:solidFill>
              <a:ln w="12700">
                <a:solidFill>
                  <a:srgbClr val="CBD5E1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7" name="Shape 4">
                <a:extLst>
                  <a:ext uri="{FF2B5EF4-FFF2-40B4-BE49-F238E27FC236}">
                    <a16:creationId xmlns:a16="http://schemas.microsoft.com/office/drawing/2014/main" id="{E28B382B-7F30-CAAD-26F2-7C91CC1A0D81}"/>
                  </a:ext>
                </a:extLst>
              </p:cNvPr>
              <p:cNvSpPr/>
              <p:nvPr/>
            </p:nvSpPr>
            <p:spPr>
              <a:xfrm>
                <a:off x="5440680" y="1024128"/>
                <a:ext cx="91440" cy="91440"/>
              </a:xfrm>
              <a:prstGeom prst="ellipse">
                <a:avLst/>
              </a:prstGeom>
              <a:solidFill>
                <a:srgbClr val="EF4444"/>
              </a:solidFill>
              <a:ln w="12700">
                <a:solidFill>
                  <a:srgbClr val="EF4444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8" name="Shape 5">
                <a:extLst>
                  <a:ext uri="{FF2B5EF4-FFF2-40B4-BE49-F238E27FC236}">
                    <a16:creationId xmlns:a16="http://schemas.microsoft.com/office/drawing/2014/main" id="{CA83F750-1C74-B2B4-13B2-812A8F16D6AD}"/>
                  </a:ext>
                </a:extLst>
              </p:cNvPr>
              <p:cNvSpPr/>
              <p:nvPr/>
            </p:nvSpPr>
            <p:spPr>
              <a:xfrm>
                <a:off x="5596128" y="1024128"/>
                <a:ext cx="91440" cy="91440"/>
              </a:xfrm>
              <a:prstGeom prst="ellipse">
                <a:avLst/>
              </a:prstGeom>
              <a:solidFill>
                <a:srgbClr val="F59E0B"/>
              </a:solidFill>
              <a:ln w="12700">
                <a:solidFill>
                  <a:srgbClr val="F59E0B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9" name="Shape 6">
                <a:extLst>
                  <a:ext uri="{FF2B5EF4-FFF2-40B4-BE49-F238E27FC236}">
                    <a16:creationId xmlns:a16="http://schemas.microsoft.com/office/drawing/2014/main" id="{741EB119-2CF4-4421-1A82-4CEE02B25350}"/>
                  </a:ext>
                </a:extLst>
              </p:cNvPr>
              <p:cNvSpPr/>
              <p:nvPr/>
            </p:nvSpPr>
            <p:spPr>
              <a:xfrm>
                <a:off x="5751576" y="1024128"/>
                <a:ext cx="91440" cy="91440"/>
              </a:xfrm>
              <a:prstGeom prst="ellipse">
                <a:avLst/>
              </a:prstGeom>
              <a:solidFill>
                <a:srgbClr val="22C55E"/>
              </a:solidFill>
              <a:ln w="12700">
                <a:solidFill>
                  <a:srgbClr val="22C55E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40" name="Text 7">
                <a:extLst>
                  <a:ext uri="{FF2B5EF4-FFF2-40B4-BE49-F238E27FC236}">
                    <a16:creationId xmlns:a16="http://schemas.microsoft.com/office/drawing/2014/main" id="{344F93C5-E482-9E7B-BF26-F56AC1163262}"/>
                  </a:ext>
                </a:extLst>
              </p:cNvPr>
              <p:cNvSpPr txBox="1"/>
              <p:nvPr/>
            </p:nvSpPr>
            <p:spPr>
              <a:xfrm>
                <a:off x="6106527" y="968211"/>
                <a:ext cx="246888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 err="1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utils.py</a:t>
                </a:r>
                <a:r>
                  <a:rPr lang="en-US" sz="10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(</a:t>
                </a:r>
                <a:r>
                  <a:rPr lang="en-US" sz="1000" dirty="0" err="1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create_fleet</a:t>
                </a:r>
                <a:r>
                  <a:rPr lang="en-US" sz="1000" dirty="0">
                    <a:solidFill>
                      <a:srgbClr val="64748B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)</a:t>
                </a:r>
                <a:endParaRPr lang="en-US" sz="1000" dirty="0"/>
              </a:p>
            </p:txBody>
          </p:sp>
          <p:sp>
            <p:nvSpPr>
              <p:cNvPr id="41" name="Text 8">
                <a:extLst>
                  <a:ext uri="{FF2B5EF4-FFF2-40B4-BE49-F238E27FC236}">
                    <a16:creationId xmlns:a16="http://schemas.microsoft.com/office/drawing/2014/main" id="{B7CBA21D-D6F9-D74B-2E4F-DA288A724C06}"/>
                  </a:ext>
                </a:extLst>
              </p:cNvPr>
              <p:cNvSpPr txBox="1"/>
              <p:nvPr/>
            </p:nvSpPr>
            <p:spPr>
              <a:xfrm>
                <a:off x="5486400" y="1196811"/>
                <a:ext cx="3108960" cy="2514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endParaRPr lang="en-US" sz="1300" dirty="0"/>
              </a:p>
              <a:p>
                <a:pPr marL="0" indent="0">
                  <a:buNone/>
                </a:pPr>
                <a:endParaRPr lang="en-US" sz="1300" dirty="0"/>
              </a:p>
            </p:txBody>
          </p:sp>
        </p:grp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A24ED642-40C2-786C-8B0C-3AF5E9BCDAAA}"/>
                </a:ext>
              </a:extLst>
            </p:cNvPr>
            <p:cNvSpPr txBox="1"/>
            <p:nvPr/>
          </p:nvSpPr>
          <p:spPr>
            <a:xfrm>
              <a:off x="4657563" y="1550058"/>
              <a:ext cx="4572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fleet_lengths</a:t>
              </a:r>
              <a:r>
                <a:rPr lang="en-US" sz="12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= [4,3,3,2,2,2]</a:t>
              </a:r>
              <a:endParaRPr lang="en-US" sz="1200" dirty="0"/>
            </a:p>
          </p:txBody>
        </p:sp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5B7EA624-9507-3873-DDD3-48ABA6043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691" y="1179559"/>
            <a:ext cx="3521301" cy="3273798"/>
          </a:xfrm>
          <a:prstGeom prst="rect">
            <a:avLst/>
          </a:prstGeom>
        </p:spPr>
      </p:pic>
      <p:sp>
        <p:nvSpPr>
          <p:cNvPr id="43" name="Text 7">
            <a:extLst>
              <a:ext uri="{FF2B5EF4-FFF2-40B4-BE49-F238E27FC236}">
                <a16:creationId xmlns:a16="http://schemas.microsoft.com/office/drawing/2014/main" id="{933A431A-3422-5D42-054E-957B8FA13201}"/>
              </a:ext>
            </a:extLst>
          </p:cNvPr>
          <p:cNvSpPr txBox="1"/>
          <p:nvPr/>
        </p:nvSpPr>
        <p:spPr>
          <a:xfrm>
            <a:off x="4854691" y="838603"/>
            <a:ext cx="2881379" cy="253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123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utils.py · Crear el tablero y los barcos</a:t>
            </a:r>
            <a:endParaRPr lang="en-US" sz="2400" dirty="0"/>
          </a:p>
        </p:txBody>
      </p:sp>
      <p:sp>
        <p:nvSpPr>
          <p:cNvPr id="3" name="card create_board"/>
          <p:cNvSpPr/>
          <p:nvPr/>
        </p:nvSpPr>
        <p:spPr>
          <a:xfrm>
            <a:off x="292100" y="763524"/>
            <a:ext cx="2354580" cy="882396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474980" y="81610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create_board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4980" y="125501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Matriz 10×10 llena de  ⬜</a:t>
            </a:r>
            <a:endParaRPr lang="en-US" sz="1400" dirty="0"/>
          </a:p>
        </p:txBody>
      </p:sp>
      <p:sp>
        <p:nvSpPr>
          <p:cNvPr id="6" name="card create_ship"/>
          <p:cNvSpPr/>
          <p:nvPr/>
        </p:nvSpPr>
        <p:spPr>
          <a:xfrm>
            <a:off x="2829560" y="763524"/>
            <a:ext cx="6027959" cy="871906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 txBox="1"/>
          <p:nvPr/>
        </p:nvSpPr>
        <p:spPr>
          <a:xfrm>
            <a:off x="2943860" y="825937"/>
            <a:ext cx="2286000" cy="227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create_ship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66719" y="1160212"/>
            <a:ext cx="5716089" cy="51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Elige orientación y posición al azar y </a:t>
            </a:r>
            <a:r>
              <a:rPr lang="en-US" sz="1400" dirty="0" err="1">
                <a:solidFill>
                  <a:srgbClr val="1E293B"/>
                </a:solidFill>
              </a:rPr>
              <a:t>evita</a:t>
            </a:r>
            <a:r>
              <a:rPr lang="en-US" sz="1400" dirty="0">
                <a:solidFill>
                  <a:srgbClr val="1E293B"/>
                </a:solidFill>
              </a:rPr>
              <a:t> que no </a:t>
            </a:r>
            <a:r>
              <a:rPr lang="en-US" sz="1400" dirty="0" err="1">
                <a:solidFill>
                  <a:srgbClr val="1E293B"/>
                </a:solidFill>
              </a:rPr>
              <a:t>choque</a:t>
            </a:r>
            <a:r>
              <a:rPr lang="en-US" sz="1400" dirty="0">
                <a:solidFill>
                  <a:srgbClr val="1E293B"/>
                </a:solidFill>
              </a:rPr>
              <a:t> con </a:t>
            </a:r>
            <a:r>
              <a:rPr lang="en-US" sz="1400" dirty="0" err="1">
                <a:solidFill>
                  <a:srgbClr val="1E293B"/>
                </a:solidFill>
              </a:rPr>
              <a:t>otros</a:t>
            </a:r>
            <a:r>
              <a:rPr lang="en-US" sz="1400" dirty="0">
                <a:solidFill>
                  <a:srgbClr val="1E293B"/>
                </a:solidFill>
              </a:rPr>
              <a:t> Barcos </a:t>
            </a:r>
            <a:r>
              <a:rPr lang="en-US" sz="1400" dirty="0" err="1">
                <a:solidFill>
                  <a:srgbClr val="1E293B"/>
                </a:solidFill>
              </a:rPr>
              <a:t>ni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que</a:t>
            </a:r>
            <a:r>
              <a:rPr lang="en-US" sz="1400" dirty="0">
                <a:solidFill>
                  <a:srgbClr val="1E293B"/>
                </a:solidFill>
              </a:rPr>
              <a:t> se </a:t>
            </a:r>
            <a:r>
              <a:rPr lang="en-US" sz="1400" dirty="0" err="1">
                <a:solidFill>
                  <a:srgbClr val="1E293B"/>
                </a:solidFill>
              </a:rPr>
              <a:t>salga</a:t>
            </a:r>
            <a:r>
              <a:rPr lang="en-US" sz="1400" dirty="0">
                <a:solidFill>
                  <a:srgbClr val="1E293B"/>
                </a:solidFill>
              </a:rPr>
              <a:t> del </a:t>
            </a:r>
            <a:r>
              <a:rPr lang="en-US" sz="1400" dirty="0" err="1">
                <a:solidFill>
                  <a:srgbClr val="1E293B"/>
                </a:solidFill>
              </a:rPr>
              <a:t>tablero</a:t>
            </a:r>
            <a:endParaRPr lang="en-US" sz="1400" dirty="0"/>
          </a:p>
        </p:txBody>
      </p:sp>
      <p:sp>
        <p:nvSpPr>
          <p:cNvPr id="12" name="code create_board"/>
          <p:cNvSpPr/>
          <p:nvPr/>
        </p:nvSpPr>
        <p:spPr>
          <a:xfrm>
            <a:off x="269240" y="1768313"/>
            <a:ext cx="2377440" cy="1007255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Shape 11"/>
          <p:cNvSpPr/>
          <p:nvPr/>
        </p:nvSpPr>
        <p:spPr>
          <a:xfrm>
            <a:off x="406400" y="1878041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Shape 12"/>
          <p:cNvSpPr/>
          <p:nvPr/>
        </p:nvSpPr>
        <p:spPr>
          <a:xfrm>
            <a:off x="561848" y="1878041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717296" y="1878041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 txBox="1"/>
          <p:nvPr/>
        </p:nvSpPr>
        <p:spPr>
          <a:xfrm>
            <a:off x="996188" y="1827749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create_board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06400" y="2115785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create_board(size=10):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np.full(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(size, size), '⬜')</a:t>
            </a:r>
            <a:endParaRPr lang="en-US" sz="1100" dirty="0"/>
          </a:p>
        </p:txBody>
      </p:sp>
      <p:sp>
        <p:nvSpPr>
          <p:cNvPr id="18" name="code create_ship"/>
          <p:cNvSpPr/>
          <p:nvPr/>
        </p:nvSpPr>
        <p:spPr>
          <a:xfrm>
            <a:off x="2847848" y="1768313"/>
            <a:ext cx="6009672" cy="2997896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Shape 17"/>
          <p:cNvSpPr/>
          <p:nvPr/>
        </p:nvSpPr>
        <p:spPr>
          <a:xfrm>
            <a:off x="3282188" y="1901627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/>
          <p:cNvSpPr/>
          <p:nvPr/>
        </p:nvSpPr>
        <p:spPr>
          <a:xfrm>
            <a:off x="3437636" y="1901627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/>
          <p:cNvSpPr/>
          <p:nvPr/>
        </p:nvSpPr>
        <p:spPr>
          <a:xfrm>
            <a:off x="3593084" y="1901627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 txBox="1"/>
          <p:nvPr/>
        </p:nvSpPr>
        <p:spPr>
          <a:xfrm>
            <a:off x="3876548" y="1837619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create_ship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18180" y="3090672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737F894F-1210-5CEE-AA4A-21B6726C525C}"/>
              </a:ext>
            </a:extLst>
          </p:cNvPr>
          <p:cNvSpPr txBox="1"/>
          <p:nvPr/>
        </p:nvSpPr>
        <p:spPr>
          <a:xfrm>
            <a:off x="2943860" y="2158115"/>
            <a:ext cx="4593771" cy="2416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def create_ship(length, board):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size = 10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419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True: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orientation = random.choice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	(['H', 'V'])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orientation == 'H':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row = np.random.randint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	(0, size)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column = np.random.randint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419" sz="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size - length + 1)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else: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row = np.random.randint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419" sz="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size - length + 1)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column = np.random.randint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	(0, size)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br>
              <a:rPr lang="es-419" sz="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s-419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s-419" dirty="0"/>
            </a:br>
            <a:endParaRPr lang="es-419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405270E1-0F62-CBD7-EB3C-70DEBB8A81A7}"/>
              </a:ext>
            </a:extLst>
          </p:cNvPr>
          <p:cNvSpPr txBox="1"/>
          <p:nvPr/>
        </p:nvSpPr>
        <p:spPr>
          <a:xfrm>
            <a:off x="5509028" y="1856956"/>
            <a:ext cx="3348491" cy="2416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es-419" sz="1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s-419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ship = []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i in range(length):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orientation == 'H':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ship.append((row, column + i))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else: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ship.append((row + i, column))</a:t>
            </a:r>
          </a:p>
          <a:p>
            <a:pPr marL="7938"/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419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collision</a:t>
            </a:r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row, column in ship: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s-419" sz="9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board[row, column] != '⬜':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collision = True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</a:t>
            </a:r>
          </a:p>
          <a:p>
            <a:pPr marL="7938"/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not collision:</a:t>
            </a:r>
          </a:p>
          <a:p>
            <a:pPr marL="7938"/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ship</a:t>
            </a:r>
          </a:p>
          <a:p>
            <a:br>
              <a:rPr lang="es-419" dirty="0"/>
            </a:br>
            <a:endParaRPr lang="es-419" dirty="0"/>
          </a:p>
          <a:p>
            <a:pPr marL="0" indent="0">
              <a:buNone/>
            </a:pPr>
            <a:endParaRPr lang="en-US" sz="110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20B9677-F1FB-8EA1-ED24-2893C7A7A036}"/>
              </a:ext>
            </a:extLst>
          </p:cNvPr>
          <p:cNvCxnSpPr>
            <a:cxnSpLocks/>
          </p:cNvCxnSpPr>
          <p:nvPr/>
        </p:nvCxnSpPr>
        <p:spPr>
          <a:xfrm>
            <a:off x="5702411" y="2056349"/>
            <a:ext cx="0" cy="2511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FF557-4E52-E533-10AA-C81287E36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7">
            <a:extLst>
              <a:ext uri="{FF2B5EF4-FFF2-40B4-BE49-F238E27FC236}">
                <a16:creationId xmlns:a16="http://schemas.microsoft.com/office/drawing/2014/main" id="{D808B5DF-8DF6-B5E7-D3FA-F0C24D2CA038}"/>
              </a:ext>
            </a:extLst>
          </p:cNvPr>
          <p:cNvSpPr txBox="1"/>
          <p:nvPr/>
        </p:nvSpPr>
        <p:spPr>
          <a:xfrm>
            <a:off x="4854692" y="838604"/>
            <a:ext cx="1463406" cy="136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CD0E99E-0909-F018-41B5-5B9F5B6C90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13258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utils.py · </a:t>
            </a:r>
            <a:r>
              <a:rPr lang="en-US" sz="2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Colocación</a:t>
            </a: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barcos</a:t>
            </a:r>
            <a:endParaRPr lang="en-US" sz="24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4B7A0A1-3C70-3C5B-4632-E013A80FEEBC}"/>
              </a:ext>
            </a:extLst>
          </p:cNvPr>
          <p:cNvGrpSpPr/>
          <p:nvPr/>
        </p:nvGrpSpPr>
        <p:grpSpPr>
          <a:xfrm>
            <a:off x="520181" y="858109"/>
            <a:ext cx="5841999" cy="898762"/>
            <a:chOff x="457200" y="742586"/>
            <a:chExt cx="6053801" cy="898762"/>
          </a:xfrm>
        </p:grpSpPr>
        <p:sp>
          <p:nvSpPr>
            <p:cNvPr id="9" name="card place_ship">
              <a:extLst>
                <a:ext uri="{FF2B5EF4-FFF2-40B4-BE49-F238E27FC236}">
                  <a16:creationId xmlns:a16="http://schemas.microsoft.com/office/drawing/2014/main" id="{127D54FC-9415-40A9-41EE-FBBF2067240D}"/>
                </a:ext>
              </a:extLst>
            </p:cNvPr>
            <p:cNvSpPr/>
            <p:nvPr/>
          </p:nvSpPr>
          <p:spPr>
            <a:xfrm>
              <a:off x="457200" y="742586"/>
              <a:ext cx="5905499" cy="439324"/>
            </a:xfrm>
            <a:prstGeom prst="roundRect">
              <a:avLst>
                <a:gd name="adj" fmla="val 5161"/>
              </a:avLst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73D4BA9C-A518-D478-CCCE-FE59CAB6C6A5}"/>
                </a:ext>
              </a:extLst>
            </p:cNvPr>
            <p:cNvSpPr txBox="1"/>
            <p:nvPr/>
          </p:nvSpPr>
          <p:spPr>
            <a:xfrm>
              <a:off x="640081" y="75438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766E"/>
                  </a:solidFill>
                </a:rPr>
                <a:t>place_ship</a:t>
              </a:r>
              <a:endParaRPr lang="en-US" sz="16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5D277953-199C-8BBD-DC8D-20DD8EE594C5}"/>
                </a:ext>
              </a:extLst>
            </p:cNvPr>
            <p:cNvSpPr txBox="1"/>
            <p:nvPr/>
          </p:nvSpPr>
          <p:spPr>
            <a:xfrm>
              <a:off x="1796673" y="818388"/>
              <a:ext cx="47143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Rodea el </a:t>
              </a:r>
              <a:r>
                <a:rPr lang="en-US" sz="1400" dirty="0" err="1">
                  <a:solidFill>
                    <a:srgbClr val="1E293B"/>
                  </a:solidFill>
                </a:rPr>
                <a:t>barco</a:t>
              </a:r>
              <a:r>
                <a:rPr lang="en-US" sz="1400" dirty="0">
                  <a:solidFill>
                    <a:srgbClr val="1E293B"/>
                  </a:solidFill>
                </a:rPr>
                <a:t> de ⬛  y pone ⛵ </a:t>
              </a:r>
              <a:r>
                <a:rPr lang="en-US" sz="1400" dirty="0" err="1">
                  <a:solidFill>
                    <a:srgbClr val="1E293B"/>
                  </a:solidFill>
                </a:rPr>
                <a:t>por</a:t>
              </a:r>
              <a:r>
                <a:rPr lang="en-US" sz="1400" dirty="0">
                  <a:solidFill>
                    <a:srgbClr val="1E293B"/>
                  </a:solidFill>
                </a:rPr>
                <a:t> </a:t>
              </a:r>
              <a:r>
                <a:rPr lang="en-US" sz="1400" dirty="0" err="1">
                  <a:solidFill>
                    <a:srgbClr val="1E293B"/>
                  </a:solidFill>
                </a:rPr>
                <a:t>cada</a:t>
              </a:r>
              <a:r>
                <a:rPr lang="en-US" sz="1400" dirty="0">
                  <a:solidFill>
                    <a:srgbClr val="1E293B"/>
                  </a:solidFill>
                </a:rPr>
                <a:t> </a:t>
              </a:r>
              <a:r>
                <a:rPr lang="en-US" sz="1400" dirty="0" err="1">
                  <a:solidFill>
                    <a:srgbClr val="1E293B"/>
                  </a:solidFill>
                </a:rPr>
                <a:t>eslora</a:t>
              </a:r>
              <a:endParaRPr lang="en-US" sz="1400" dirty="0"/>
            </a:p>
          </p:txBody>
        </p:sp>
      </p:grpSp>
      <p:sp>
        <p:nvSpPr>
          <p:cNvPr id="24" name="code place_ship">
            <a:extLst>
              <a:ext uri="{FF2B5EF4-FFF2-40B4-BE49-F238E27FC236}">
                <a16:creationId xmlns:a16="http://schemas.microsoft.com/office/drawing/2014/main" id="{6957D3E1-142E-ACAE-00BB-3A1D6690F059}"/>
              </a:ext>
            </a:extLst>
          </p:cNvPr>
          <p:cNvSpPr/>
          <p:nvPr/>
        </p:nvSpPr>
        <p:spPr>
          <a:xfrm>
            <a:off x="422622" y="1449736"/>
            <a:ext cx="5688098" cy="3305144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CAE1E9E-2868-ED16-28B4-74B3D6047958}"/>
              </a:ext>
            </a:extLst>
          </p:cNvPr>
          <p:cNvSpPr/>
          <p:nvPr/>
        </p:nvSpPr>
        <p:spPr>
          <a:xfrm>
            <a:off x="709554" y="168362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C1226B4-4438-581C-3880-13B0AFBB295F}"/>
              </a:ext>
            </a:extLst>
          </p:cNvPr>
          <p:cNvSpPr/>
          <p:nvPr/>
        </p:nvSpPr>
        <p:spPr>
          <a:xfrm>
            <a:off x="865002" y="168362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418D2C7-3DD4-A239-134A-740E6488CCD8}"/>
              </a:ext>
            </a:extLst>
          </p:cNvPr>
          <p:cNvSpPr/>
          <p:nvPr/>
        </p:nvSpPr>
        <p:spPr>
          <a:xfrm>
            <a:off x="1020450" y="168362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AB9E22B-B037-B272-A1E9-1DB9400C0E23}"/>
              </a:ext>
            </a:extLst>
          </p:cNvPr>
          <p:cNvSpPr txBox="1"/>
          <p:nvPr/>
        </p:nvSpPr>
        <p:spPr>
          <a:xfrm>
            <a:off x="1303914" y="161961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place_ship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2E21E1C-BD16-EFFB-D3F0-94EA220B1751}"/>
              </a:ext>
            </a:extLst>
          </p:cNvPr>
          <p:cNvSpPr txBox="1"/>
          <p:nvPr/>
        </p:nvSpPr>
        <p:spPr>
          <a:xfrm>
            <a:off x="512463" y="1483614"/>
            <a:ext cx="83679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place_ship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(ship, board):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 = 10 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boxes_around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[(-1, -1), (-1, 1), (1, -1), (1, 1)</a:t>
            </a:r>
          </a:p>
          <a:p>
            <a:r>
              <a:rPr lang="en-US" sz="11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, (0,1), (1,0), (-1, 0), (0, -1)]</a:t>
            </a: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row, col in ship: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for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row_around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col_around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boxes_around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100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row_mask</a:t>
            </a:r>
            <a:r>
              <a:rPr lang="en-US" sz="11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col_mask</a:t>
            </a:r>
            <a:r>
              <a:rPr lang="en-US" sz="11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row_around</a:t>
            </a:r>
            <a:r>
              <a:rPr lang="en-US" sz="11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row, </a:t>
            </a:r>
            <a:r>
              <a:rPr lang="en-US" sz="1100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col_around</a:t>
            </a:r>
            <a:r>
              <a:rPr lang="en-US" sz="11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col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1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0 &lt;= </a:t>
            </a:r>
            <a:r>
              <a:rPr lang="en-US" sz="1100" b="1" dirty="0" err="1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row_mask</a:t>
            </a:r>
            <a:r>
              <a:rPr lang="en-US" sz="11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size and 0 &lt;= </a:t>
            </a:r>
            <a:r>
              <a:rPr lang="en-US" sz="1100" b="1" dirty="0" err="1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col_mask</a:t>
            </a:r>
            <a:r>
              <a:rPr lang="en-US" sz="11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size: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if board[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row_mask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col_mask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'⬜':  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board[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row_mask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col_mask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'⬛'</a:t>
            </a: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row, column in ship: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board[row, column] = '⛵'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board </a:t>
            </a: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5E954DA0-DCD8-EFD4-567B-64E11CFDAD2E}"/>
              </a:ext>
            </a:extLst>
          </p:cNvPr>
          <p:cNvSpPr txBox="1"/>
          <p:nvPr/>
        </p:nvSpPr>
        <p:spPr>
          <a:xfrm>
            <a:off x="6541851" y="1452736"/>
            <a:ext cx="2402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8" name="card create_board">
            <a:extLst>
              <a:ext uri="{FF2B5EF4-FFF2-40B4-BE49-F238E27FC236}">
                <a16:creationId xmlns:a16="http://schemas.microsoft.com/office/drawing/2014/main" id="{10EE87BC-6C04-D0A2-6F31-97B4D56F155C}"/>
              </a:ext>
            </a:extLst>
          </p:cNvPr>
          <p:cNvSpPr/>
          <p:nvPr/>
        </p:nvSpPr>
        <p:spPr>
          <a:xfrm>
            <a:off x="6296386" y="2313176"/>
            <a:ext cx="2584072" cy="2430246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8DA68925-4A69-0FD3-7E51-BA20748C16B6}"/>
              </a:ext>
            </a:extLst>
          </p:cNvPr>
          <p:cNvSpPr txBox="1"/>
          <p:nvPr/>
        </p:nvSpPr>
        <p:spPr>
          <a:xfrm>
            <a:off x="6391393" y="2430280"/>
            <a:ext cx="1767420" cy="15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A3074B4-D87B-D778-2013-8F8522BBCC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06"/>
          <a:stretch>
            <a:fillRect/>
          </a:stretch>
        </p:blipFill>
        <p:spPr>
          <a:xfrm>
            <a:off x="6391393" y="2694549"/>
            <a:ext cx="2386847" cy="182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1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rd create_fleet">
            <a:extLst>
              <a:ext uri="{FF2B5EF4-FFF2-40B4-BE49-F238E27FC236}">
                <a16:creationId xmlns:a16="http://schemas.microsoft.com/office/drawing/2014/main" id="{FAA19489-FBCC-221D-6459-5C662EC135F1}"/>
              </a:ext>
            </a:extLst>
          </p:cNvPr>
          <p:cNvSpPr/>
          <p:nvPr/>
        </p:nvSpPr>
        <p:spPr>
          <a:xfrm>
            <a:off x="2148840" y="765810"/>
            <a:ext cx="4754880" cy="1483792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39">
            <a:extLst>
              <a:ext uri="{FF2B5EF4-FFF2-40B4-BE49-F238E27FC236}">
                <a16:creationId xmlns:a16="http://schemas.microsoft.com/office/drawing/2014/main" id="{6ED5777E-D44C-DCFB-9F64-D3C292EFCCDB}"/>
              </a:ext>
            </a:extLst>
          </p:cNvPr>
          <p:cNvSpPr txBox="1"/>
          <p:nvPr/>
        </p:nvSpPr>
        <p:spPr>
          <a:xfrm>
            <a:off x="2423160" y="94201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create_fleet</a:t>
            </a:r>
            <a:endParaRPr lang="en-US" sz="1600" dirty="0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740D5F07-69B3-D742-0EB1-7D23555DE873}"/>
              </a:ext>
            </a:extLst>
          </p:cNvPr>
          <p:cNvSpPr txBox="1"/>
          <p:nvPr/>
        </p:nvSpPr>
        <p:spPr>
          <a:xfrm>
            <a:off x="2423160" y="133520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Recorre [4,3,3,2,2,2]: crea, coloca y guarda cada barco en fleet_list. </a:t>
            </a:r>
            <a:endParaRPr lang="en-US" sz="1400" dirty="0"/>
          </a:p>
        </p:txBody>
      </p:sp>
      <p:sp>
        <p:nvSpPr>
          <p:cNvPr id="17" name="code create_fleet">
            <a:extLst>
              <a:ext uri="{FF2B5EF4-FFF2-40B4-BE49-F238E27FC236}">
                <a16:creationId xmlns:a16="http://schemas.microsoft.com/office/drawing/2014/main" id="{09035782-DE9D-08D1-97A0-FAC99CC10402}"/>
              </a:ext>
            </a:extLst>
          </p:cNvPr>
          <p:cNvSpPr/>
          <p:nvPr/>
        </p:nvSpPr>
        <p:spPr>
          <a:xfrm>
            <a:off x="2240280" y="2421052"/>
            <a:ext cx="4663440" cy="2105228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Shape 42">
            <a:extLst>
              <a:ext uri="{FF2B5EF4-FFF2-40B4-BE49-F238E27FC236}">
                <a16:creationId xmlns:a16="http://schemas.microsoft.com/office/drawing/2014/main" id="{4015BF77-1B66-68F0-0A53-E3E9ACE3BF93}"/>
              </a:ext>
            </a:extLst>
          </p:cNvPr>
          <p:cNvSpPr/>
          <p:nvPr/>
        </p:nvSpPr>
        <p:spPr>
          <a:xfrm>
            <a:off x="2377440" y="254221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Shape 43">
            <a:extLst>
              <a:ext uri="{FF2B5EF4-FFF2-40B4-BE49-F238E27FC236}">
                <a16:creationId xmlns:a16="http://schemas.microsoft.com/office/drawing/2014/main" id="{8433B1E6-3B9E-CC65-8A8F-07D3364562E1}"/>
              </a:ext>
            </a:extLst>
          </p:cNvPr>
          <p:cNvSpPr/>
          <p:nvPr/>
        </p:nvSpPr>
        <p:spPr>
          <a:xfrm>
            <a:off x="2532888" y="254221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44">
            <a:extLst>
              <a:ext uri="{FF2B5EF4-FFF2-40B4-BE49-F238E27FC236}">
                <a16:creationId xmlns:a16="http://schemas.microsoft.com/office/drawing/2014/main" id="{57FE9907-AC05-364F-EEC4-1386286AC83C}"/>
              </a:ext>
            </a:extLst>
          </p:cNvPr>
          <p:cNvSpPr/>
          <p:nvPr/>
        </p:nvSpPr>
        <p:spPr>
          <a:xfrm>
            <a:off x="2688336" y="254221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45">
            <a:extLst>
              <a:ext uri="{FF2B5EF4-FFF2-40B4-BE49-F238E27FC236}">
                <a16:creationId xmlns:a16="http://schemas.microsoft.com/office/drawing/2014/main" id="{7B3D0557-E603-718B-24AE-CB41C8B0E442}"/>
              </a:ext>
            </a:extLst>
          </p:cNvPr>
          <p:cNvSpPr txBox="1"/>
          <p:nvPr/>
        </p:nvSpPr>
        <p:spPr>
          <a:xfrm>
            <a:off x="2971800" y="247820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create_fleet</a:t>
            </a:r>
            <a:endParaRPr lang="en-US" sz="1000" dirty="0"/>
          </a:p>
        </p:txBody>
      </p:sp>
      <p:sp>
        <p:nvSpPr>
          <p:cNvPr id="22" name="Text 46">
            <a:extLst>
              <a:ext uri="{FF2B5EF4-FFF2-40B4-BE49-F238E27FC236}">
                <a16:creationId xmlns:a16="http://schemas.microsoft.com/office/drawing/2014/main" id="{EE5C5F83-08C0-798B-0BF0-EA32A351F7B8}"/>
              </a:ext>
            </a:extLst>
          </p:cNvPr>
          <p:cNvSpPr txBox="1"/>
          <p:nvPr/>
        </p:nvSpPr>
        <p:spPr>
          <a:xfrm>
            <a:off x="2377440" y="2779954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create_fleet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(board): </a:t>
            </a:r>
          </a:p>
          <a:p>
            <a:pPr lvl="1"/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fleet_lenghts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[4,3,3,2,2,2]</a:t>
            </a:r>
          </a:p>
          <a:p>
            <a:pPr lvl="1"/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fleet_list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</a:t>
            </a:r>
          </a:p>
          <a:p>
            <a:pPr lvl="1"/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lenght in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fleet_lenghts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lvl="1"/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new_ship = </a:t>
            </a:r>
            <a:r>
              <a:rPr lang="en-US" sz="1100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create_ship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(lenght, board)</a:t>
            </a:r>
            <a:endParaRPr lang="en-US" sz="1100" dirty="0"/>
          </a:p>
          <a:p>
            <a:pPr lvl="1"/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board = </a:t>
            </a: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place_ship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(new_ship, board)</a:t>
            </a:r>
            <a:endParaRPr lang="en-US" sz="1100" dirty="0"/>
          </a:p>
          <a:p>
            <a:pPr lvl="1"/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fleet_list.append(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new_ship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lvl="1"/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return board,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fleet_list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0F50D426-B5A7-0CF3-C522-8659E6C73906}"/>
              </a:ext>
            </a:extLst>
          </p:cNvPr>
          <p:cNvSpPr txBox="1"/>
          <p:nvPr/>
        </p:nvSpPr>
        <p:spPr>
          <a:xfrm>
            <a:off x="1100263" y="4111524"/>
            <a:ext cx="548640" cy="376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</a:rPr>
              <a:t>⛵</a:t>
            </a:r>
            <a:endParaRPr lang="en-US" sz="48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4B772ED-EE3F-6403-79B4-34EEA0BD5138}"/>
              </a:ext>
            </a:extLst>
          </p:cNvPr>
          <p:cNvSpPr txBox="1"/>
          <p:nvPr/>
        </p:nvSpPr>
        <p:spPr>
          <a:xfrm>
            <a:off x="399075" y="1164270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</a:rPr>
              <a:t>⛵</a:t>
            </a:r>
            <a:endParaRPr lang="en-US" sz="36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529E917D-8C1E-1952-9A71-F9BDCCD955A0}"/>
              </a:ext>
            </a:extLst>
          </p:cNvPr>
          <p:cNvSpPr txBox="1"/>
          <p:nvPr/>
        </p:nvSpPr>
        <p:spPr>
          <a:xfrm>
            <a:off x="1100263" y="313182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⛵</a:t>
            </a:r>
            <a:endParaRPr lang="en-US" sz="36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01C7625-56D0-D9CA-BAD2-32774B5DFBCE}"/>
              </a:ext>
            </a:extLst>
          </p:cNvPr>
          <p:cNvSpPr txBox="1"/>
          <p:nvPr/>
        </p:nvSpPr>
        <p:spPr>
          <a:xfrm>
            <a:off x="1158535" y="2249602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⛵</a:t>
            </a:r>
            <a:endParaRPr lang="en-US" sz="3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6DF0F71-2C16-6174-7796-7A188DA4C100}"/>
              </a:ext>
            </a:extLst>
          </p:cNvPr>
          <p:cNvSpPr txBox="1"/>
          <p:nvPr/>
        </p:nvSpPr>
        <p:spPr>
          <a:xfrm>
            <a:off x="427458" y="3074048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⛵</a:t>
            </a:r>
            <a:endParaRPr lang="en-US" sz="36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4196514C-5C02-5D79-0E9A-62A8E66FF423}"/>
              </a:ext>
            </a:extLst>
          </p:cNvPr>
          <p:cNvSpPr txBox="1"/>
          <p:nvPr/>
        </p:nvSpPr>
        <p:spPr>
          <a:xfrm>
            <a:off x="8196285" y="4177818"/>
            <a:ext cx="490368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</a:rPr>
              <a:t>⛵</a:t>
            </a:r>
            <a:endParaRPr lang="en-US" sz="48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A4088B58-2C4A-2003-435E-6CEA1A9AC1B6}"/>
              </a:ext>
            </a:extLst>
          </p:cNvPr>
          <p:cNvSpPr txBox="1"/>
          <p:nvPr/>
        </p:nvSpPr>
        <p:spPr>
          <a:xfrm>
            <a:off x="7436825" y="1111471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⛵</a:t>
            </a:r>
            <a:endParaRPr lang="en-US" sz="36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9E2E4AE5-D3D0-1B2C-8FB7-62F2EFC6AA16}"/>
              </a:ext>
            </a:extLst>
          </p:cNvPr>
          <p:cNvSpPr txBox="1"/>
          <p:nvPr/>
        </p:nvSpPr>
        <p:spPr>
          <a:xfrm>
            <a:off x="8138013" y="379476"/>
            <a:ext cx="49036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⛵</a:t>
            </a:r>
            <a:endParaRPr lang="en-US" sz="3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87EDCD16-C79F-7154-1DD4-49269D3A4702}"/>
              </a:ext>
            </a:extLst>
          </p:cNvPr>
          <p:cNvSpPr txBox="1"/>
          <p:nvPr/>
        </p:nvSpPr>
        <p:spPr>
          <a:xfrm>
            <a:off x="8196285" y="2315896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</a:rPr>
              <a:t>⛵</a:t>
            </a:r>
            <a:endParaRPr lang="en-US" sz="44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C80A8039-5C18-166C-A78C-BC23EE9B7670}"/>
              </a:ext>
            </a:extLst>
          </p:cNvPr>
          <p:cNvSpPr txBox="1"/>
          <p:nvPr/>
        </p:nvSpPr>
        <p:spPr>
          <a:xfrm>
            <a:off x="7465208" y="3140342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⛵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8430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0859" y="80879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 err="1"/>
              <a:t>utils.py</a:t>
            </a:r>
            <a:r>
              <a:rPr lang="en-US" sz="2400" dirty="0"/>
              <a:t> · Crear </a:t>
            </a:r>
            <a:r>
              <a:rPr lang="en-US" sz="2400" dirty="0" err="1"/>
              <a:t>máscara</a:t>
            </a:r>
            <a:r>
              <a:rPr lang="en-US" sz="2400" dirty="0"/>
              <a:t> para no </a:t>
            </a:r>
            <a:r>
              <a:rPr lang="en-US" sz="2400" dirty="0" err="1"/>
              <a:t>ver</a:t>
            </a:r>
            <a:r>
              <a:rPr lang="en-US" sz="2400" dirty="0"/>
              <a:t> </a:t>
            </a:r>
            <a:r>
              <a:rPr lang="en-US" sz="2400" dirty="0" err="1"/>
              <a:t>tablero</a:t>
            </a:r>
            <a:r>
              <a:rPr lang="en-US" sz="2400" dirty="0"/>
              <a:t> </a:t>
            </a:r>
            <a:r>
              <a:rPr lang="en-US" sz="2400" dirty="0" err="1"/>
              <a:t>enemigo</a:t>
            </a:r>
            <a:endParaRPr lang="en-US" sz="2400" dirty="0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D3606E60-9312-7AC0-6D3F-77590BF4880E}"/>
              </a:ext>
            </a:extLst>
          </p:cNvPr>
          <p:cNvGrpSpPr/>
          <p:nvPr/>
        </p:nvGrpSpPr>
        <p:grpSpPr>
          <a:xfrm>
            <a:off x="548640" y="1049214"/>
            <a:ext cx="2718343" cy="1689660"/>
            <a:chOff x="548640" y="1234440"/>
            <a:chExt cx="5562970" cy="3474720"/>
          </a:xfrm>
        </p:grpSpPr>
        <p:sp>
          <p:nvSpPr>
            <p:cNvPr id="37" name="Shape 35"/>
            <p:cNvSpPr/>
            <p:nvPr/>
          </p:nvSpPr>
          <p:spPr>
            <a:xfrm>
              <a:off x="2560320" y="3749040"/>
              <a:ext cx="502920" cy="502920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60F99E74-DB10-0FEF-02AB-BC67D48FC167}"/>
                </a:ext>
              </a:extLst>
            </p:cNvPr>
            <p:cNvGrpSpPr/>
            <p:nvPr/>
          </p:nvGrpSpPr>
          <p:grpSpPr>
            <a:xfrm>
              <a:off x="548640" y="1234440"/>
              <a:ext cx="5562970" cy="3474720"/>
              <a:chOff x="548640" y="1234440"/>
              <a:chExt cx="5562970" cy="3474720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54864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4" name="Shape 2"/>
              <p:cNvSpPr/>
              <p:nvPr/>
            </p:nvSpPr>
            <p:spPr>
              <a:xfrm>
                <a:off x="105156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155448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205740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256032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306324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548640" y="173736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105156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155448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205740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256032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306324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548640" y="224028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6" name="Shape 14"/>
              <p:cNvSpPr/>
              <p:nvPr/>
            </p:nvSpPr>
            <p:spPr>
              <a:xfrm>
                <a:off x="1051560" y="224028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1554480" y="2240280"/>
                <a:ext cx="502920" cy="502920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2057400" y="2240280"/>
                <a:ext cx="502920" cy="502920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2560320" y="2240280"/>
                <a:ext cx="502920" cy="502920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0" name="Shape 18"/>
              <p:cNvSpPr/>
              <p:nvPr/>
            </p:nvSpPr>
            <p:spPr>
              <a:xfrm>
                <a:off x="3063240" y="224028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1" name="Shape 19"/>
              <p:cNvSpPr/>
              <p:nvPr/>
            </p:nvSpPr>
            <p:spPr>
              <a:xfrm>
                <a:off x="548640" y="274320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2" name="Shape 20"/>
              <p:cNvSpPr/>
              <p:nvPr/>
            </p:nvSpPr>
            <p:spPr>
              <a:xfrm>
                <a:off x="105156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3" name="Shape 21"/>
              <p:cNvSpPr/>
              <p:nvPr/>
            </p:nvSpPr>
            <p:spPr>
              <a:xfrm>
                <a:off x="155448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4" name="Shape 22"/>
              <p:cNvSpPr/>
              <p:nvPr/>
            </p:nvSpPr>
            <p:spPr>
              <a:xfrm>
                <a:off x="205740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5" name="Shape 23"/>
              <p:cNvSpPr/>
              <p:nvPr/>
            </p:nvSpPr>
            <p:spPr>
              <a:xfrm>
                <a:off x="256032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6" name="Shape 24"/>
              <p:cNvSpPr/>
              <p:nvPr/>
            </p:nvSpPr>
            <p:spPr>
              <a:xfrm>
                <a:off x="306324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7" name="Shape 25"/>
              <p:cNvSpPr/>
              <p:nvPr/>
            </p:nvSpPr>
            <p:spPr>
              <a:xfrm>
                <a:off x="54864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8" name="Shape 26"/>
              <p:cNvSpPr/>
              <p:nvPr/>
            </p:nvSpPr>
            <p:spPr>
              <a:xfrm>
                <a:off x="105156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155448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0" name="Shape 28"/>
              <p:cNvSpPr/>
              <p:nvPr/>
            </p:nvSpPr>
            <p:spPr>
              <a:xfrm>
                <a:off x="205740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1" name="Shape 29"/>
              <p:cNvSpPr/>
              <p:nvPr/>
            </p:nvSpPr>
            <p:spPr>
              <a:xfrm>
                <a:off x="256032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2" name="Shape 30"/>
              <p:cNvSpPr/>
              <p:nvPr/>
            </p:nvSpPr>
            <p:spPr>
              <a:xfrm>
                <a:off x="306324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3" name="Shape 31"/>
              <p:cNvSpPr/>
              <p:nvPr/>
            </p:nvSpPr>
            <p:spPr>
              <a:xfrm>
                <a:off x="54864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4" name="Shape 32"/>
              <p:cNvSpPr/>
              <p:nvPr/>
            </p:nvSpPr>
            <p:spPr>
              <a:xfrm>
                <a:off x="105156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5" name="Shape 33"/>
              <p:cNvSpPr/>
              <p:nvPr/>
            </p:nvSpPr>
            <p:spPr>
              <a:xfrm>
                <a:off x="155448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6" name="Shape 34"/>
              <p:cNvSpPr/>
              <p:nvPr/>
            </p:nvSpPr>
            <p:spPr>
              <a:xfrm>
                <a:off x="205740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8" name="Shape 36"/>
              <p:cNvSpPr/>
              <p:nvPr/>
            </p:nvSpPr>
            <p:spPr>
              <a:xfrm>
                <a:off x="306324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39" name="Text 37"/>
              <p:cNvSpPr txBox="1"/>
              <p:nvPr/>
            </p:nvSpPr>
            <p:spPr>
              <a:xfrm>
                <a:off x="548640" y="4343400"/>
                <a:ext cx="31089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        </a:t>
                </a:r>
                <a:r>
                  <a:rPr lang="en-US" sz="1100" dirty="0" err="1">
                    <a:solidFill>
                      <a:srgbClr val="64748B"/>
                    </a:solidFill>
                  </a:rPr>
                  <a:t>player_board</a:t>
                </a:r>
                <a:endParaRPr lang="en-US" sz="1100" dirty="0"/>
              </a:p>
            </p:txBody>
          </p:sp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702ECC30-22E6-60D0-0059-5000DB9AEA8B}"/>
                  </a:ext>
                </a:extLst>
              </p:cNvPr>
              <p:cNvSpPr txBox="1"/>
              <p:nvPr/>
            </p:nvSpPr>
            <p:spPr>
              <a:xfrm>
                <a:off x="1539612" y="2293133"/>
                <a:ext cx="4571998" cy="569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</a:rPr>
                  <a:t>⛵  ⛵  ⛵</a:t>
                </a:r>
                <a:endParaRPr lang="es-419" sz="1100" dirty="0"/>
              </a:p>
            </p:txBody>
          </p:sp>
        </p:grp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2F3817F1-99E1-93CC-FFFC-AA0063379D92}"/>
              </a:ext>
            </a:extLst>
          </p:cNvPr>
          <p:cNvGrpSpPr/>
          <p:nvPr/>
        </p:nvGrpSpPr>
        <p:grpSpPr>
          <a:xfrm>
            <a:off x="2711242" y="3026178"/>
            <a:ext cx="1532286" cy="1636776"/>
            <a:chOff x="548640" y="1234440"/>
            <a:chExt cx="3108960" cy="3474720"/>
          </a:xfrm>
        </p:grpSpPr>
        <p:sp>
          <p:nvSpPr>
            <p:cNvPr id="65" name="Shape 35">
              <a:extLst>
                <a:ext uri="{FF2B5EF4-FFF2-40B4-BE49-F238E27FC236}">
                  <a16:creationId xmlns:a16="http://schemas.microsoft.com/office/drawing/2014/main" id="{468B49F7-CAD4-D23A-A9BE-D7131A08FBF9}"/>
                </a:ext>
              </a:extLst>
            </p:cNvPr>
            <p:cNvSpPr/>
            <p:nvPr/>
          </p:nvSpPr>
          <p:spPr>
            <a:xfrm>
              <a:off x="2560320" y="3749040"/>
              <a:ext cx="502920" cy="502920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D14C4640-E14E-8CCA-9C6E-F039D1813700}"/>
                </a:ext>
              </a:extLst>
            </p:cNvPr>
            <p:cNvGrpSpPr/>
            <p:nvPr/>
          </p:nvGrpSpPr>
          <p:grpSpPr>
            <a:xfrm>
              <a:off x="548640" y="1234440"/>
              <a:ext cx="3108960" cy="3474720"/>
              <a:chOff x="548640" y="1234440"/>
              <a:chExt cx="3108960" cy="3474720"/>
            </a:xfrm>
          </p:grpSpPr>
          <p:sp>
            <p:nvSpPr>
              <p:cNvPr id="67" name="Shape 1">
                <a:extLst>
                  <a:ext uri="{FF2B5EF4-FFF2-40B4-BE49-F238E27FC236}">
                    <a16:creationId xmlns:a16="http://schemas.microsoft.com/office/drawing/2014/main" id="{E4B43C47-E8F0-285C-0AB0-EBE740D7C20A}"/>
                  </a:ext>
                </a:extLst>
              </p:cNvPr>
              <p:cNvSpPr/>
              <p:nvPr/>
            </p:nvSpPr>
            <p:spPr>
              <a:xfrm>
                <a:off x="54864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8" name="Shape 2">
                <a:extLst>
                  <a:ext uri="{FF2B5EF4-FFF2-40B4-BE49-F238E27FC236}">
                    <a16:creationId xmlns:a16="http://schemas.microsoft.com/office/drawing/2014/main" id="{96E19F73-3DE4-2AE3-9F62-0091E5990623}"/>
                  </a:ext>
                </a:extLst>
              </p:cNvPr>
              <p:cNvSpPr/>
              <p:nvPr/>
            </p:nvSpPr>
            <p:spPr>
              <a:xfrm>
                <a:off x="105156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9" name="Shape 3">
                <a:extLst>
                  <a:ext uri="{FF2B5EF4-FFF2-40B4-BE49-F238E27FC236}">
                    <a16:creationId xmlns:a16="http://schemas.microsoft.com/office/drawing/2014/main" id="{F165C89F-1B20-F0C0-9799-7A3E18AAFF40}"/>
                  </a:ext>
                </a:extLst>
              </p:cNvPr>
              <p:cNvSpPr/>
              <p:nvPr/>
            </p:nvSpPr>
            <p:spPr>
              <a:xfrm>
                <a:off x="155448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70" name="Shape 4">
                <a:extLst>
                  <a:ext uri="{FF2B5EF4-FFF2-40B4-BE49-F238E27FC236}">
                    <a16:creationId xmlns:a16="http://schemas.microsoft.com/office/drawing/2014/main" id="{B801016D-FEB4-9001-91F0-CD7A031BD7A2}"/>
                  </a:ext>
                </a:extLst>
              </p:cNvPr>
              <p:cNvSpPr/>
              <p:nvPr/>
            </p:nvSpPr>
            <p:spPr>
              <a:xfrm>
                <a:off x="205740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71" name="Shape 5">
                <a:extLst>
                  <a:ext uri="{FF2B5EF4-FFF2-40B4-BE49-F238E27FC236}">
                    <a16:creationId xmlns:a16="http://schemas.microsoft.com/office/drawing/2014/main" id="{B04384A7-B821-BFCE-7096-424D913A710F}"/>
                  </a:ext>
                </a:extLst>
              </p:cNvPr>
              <p:cNvSpPr/>
              <p:nvPr/>
            </p:nvSpPr>
            <p:spPr>
              <a:xfrm>
                <a:off x="256032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72" name="Shape 6">
                <a:extLst>
                  <a:ext uri="{FF2B5EF4-FFF2-40B4-BE49-F238E27FC236}">
                    <a16:creationId xmlns:a16="http://schemas.microsoft.com/office/drawing/2014/main" id="{BBF09C1F-A345-7516-D99A-6D93E4C0545F}"/>
                  </a:ext>
                </a:extLst>
              </p:cNvPr>
              <p:cNvSpPr/>
              <p:nvPr/>
            </p:nvSpPr>
            <p:spPr>
              <a:xfrm>
                <a:off x="306324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73" name="Shape 7">
                <a:extLst>
                  <a:ext uri="{FF2B5EF4-FFF2-40B4-BE49-F238E27FC236}">
                    <a16:creationId xmlns:a16="http://schemas.microsoft.com/office/drawing/2014/main" id="{059C170D-2567-9076-7BB3-5E75B0596718}"/>
                  </a:ext>
                </a:extLst>
              </p:cNvPr>
              <p:cNvSpPr/>
              <p:nvPr/>
            </p:nvSpPr>
            <p:spPr>
              <a:xfrm>
                <a:off x="548640" y="173736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74" name="Shape 8">
                <a:extLst>
                  <a:ext uri="{FF2B5EF4-FFF2-40B4-BE49-F238E27FC236}">
                    <a16:creationId xmlns:a16="http://schemas.microsoft.com/office/drawing/2014/main" id="{C7782569-5F75-4EB2-2C6F-352394473792}"/>
                  </a:ext>
                </a:extLst>
              </p:cNvPr>
              <p:cNvSpPr/>
              <p:nvPr/>
            </p:nvSpPr>
            <p:spPr>
              <a:xfrm>
                <a:off x="105156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75" name="Shape 9">
                <a:extLst>
                  <a:ext uri="{FF2B5EF4-FFF2-40B4-BE49-F238E27FC236}">
                    <a16:creationId xmlns:a16="http://schemas.microsoft.com/office/drawing/2014/main" id="{65816CAD-3B95-1C43-A972-A061044B2BE3}"/>
                  </a:ext>
                </a:extLst>
              </p:cNvPr>
              <p:cNvSpPr/>
              <p:nvPr/>
            </p:nvSpPr>
            <p:spPr>
              <a:xfrm>
                <a:off x="155448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76" name="Shape 10">
                <a:extLst>
                  <a:ext uri="{FF2B5EF4-FFF2-40B4-BE49-F238E27FC236}">
                    <a16:creationId xmlns:a16="http://schemas.microsoft.com/office/drawing/2014/main" id="{5B5F3149-2441-DC54-E653-C596D74156E1}"/>
                  </a:ext>
                </a:extLst>
              </p:cNvPr>
              <p:cNvSpPr/>
              <p:nvPr/>
            </p:nvSpPr>
            <p:spPr>
              <a:xfrm>
                <a:off x="205740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77" name="Shape 11">
                <a:extLst>
                  <a:ext uri="{FF2B5EF4-FFF2-40B4-BE49-F238E27FC236}">
                    <a16:creationId xmlns:a16="http://schemas.microsoft.com/office/drawing/2014/main" id="{D649AADB-192B-5A7D-B62D-8A4411D96792}"/>
                  </a:ext>
                </a:extLst>
              </p:cNvPr>
              <p:cNvSpPr/>
              <p:nvPr/>
            </p:nvSpPr>
            <p:spPr>
              <a:xfrm>
                <a:off x="256032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78" name="Shape 12">
                <a:extLst>
                  <a:ext uri="{FF2B5EF4-FFF2-40B4-BE49-F238E27FC236}">
                    <a16:creationId xmlns:a16="http://schemas.microsoft.com/office/drawing/2014/main" id="{FED80208-71BF-AE19-7658-143A83035A3F}"/>
                  </a:ext>
                </a:extLst>
              </p:cNvPr>
              <p:cNvSpPr/>
              <p:nvPr/>
            </p:nvSpPr>
            <p:spPr>
              <a:xfrm>
                <a:off x="306324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79" name="Shape 13">
                <a:extLst>
                  <a:ext uri="{FF2B5EF4-FFF2-40B4-BE49-F238E27FC236}">
                    <a16:creationId xmlns:a16="http://schemas.microsoft.com/office/drawing/2014/main" id="{3F23CCDF-69B5-91EC-C497-FB960FCED23C}"/>
                  </a:ext>
                </a:extLst>
              </p:cNvPr>
              <p:cNvSpPr/>
              <p:nvPr/>
            </p:nvSpPr>
            <p:spPr>
              <a:xfrm>
                <a:off x="548640" y="224028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80" name="Shape 14">
                <a:extLst>
                  <a:ext uri="{FF2B5EF4-FFF2-40B4-BE49-F238E27FC236}">
                    <a16:creationId xmlns:a16="http://schemas.microsoft.com/office/drawing/2014/main" id="{BAD8C5DA-71FC-653F-E092-7145EDC30CD1}"/>
                  </a:ext>
                </a:extLst>
              </p:cNvPr>
              <p:cNvSpPr/>
              <p:nvPr/>
            </p:nvSpPr>
            <p:spPr>
              <a:xfrm>
                <a:off x="105156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81" name="Shape 15">
                <a:extLst>
                  <a:ext uri="{FF2B5EF4-FFF2-40B4-BE49-F238E27FC236}">
                    <a16:creationId xmlns:a16="http://schemas.microsoft.com/office/drawing/2014/main" id="{1BEE9528-F396-54BB-7DF7-7EF17D51EB95}"/>
                  </a:ext>
                </a:extLst>
              </p:cNvPr>
              <p:cNvSpPr/>
              <p:nvPr/>
            </p:nvSpPr>
            <p:spPr>
              <a:xfrm>
                <a:off x="155448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 dirty="0"/>
              </a:p>
            </p:txBody>
          </p:sp>
          <p:sp>
            <p:nvSpPr>
              <p:cNvPr id="82" name="Shape 16">
                <a:extLst>
                  <a:ext uri="{FF2B5EF4-FFF2-40B4-BE49-F238E27FC236}">
                    <a16:creationId xmlns:a16="http://schemas.microsoft.com/office/drawing/2014/main" id="{57B0E2F9-2D2B-2A29-797A-179902CEC6AA}"/>
                  </a:ext>
                </a:extLst>
              </p:cNvPr>
              <p:cNvSpPr/>
              <p:nvPr/>
            </p:nvSpPr>
            <p:spPr>
              <a:xfrm>
                <a:off x="205740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 dirty="0"/>
              </a:p>
            </p:txBody>
          </p:sp>
          <p:sp>
            <p:nvSpPr>
              <p:cNvPr id="83" name="Shape 17">
                <a:extLst>
                  <a:ext uri="{FF2B5EF4-FFF2-40B4-BE49-F238E27FC236}">
                    <a16:creationId xmlns:a16="http://schemas.microsoft.com/office/drawing/2014/main" id="{43150232-98B5-E83E-99B3-1724762F42F6}"/>
                  </a:ext>
                </a:extLst>
              </p:cNvPr>
              <p:cNvSpPr/>
              <p:nvPr/>
            </p:nvSpPr>
            <p:spPr>
              <a:xfrm>
                <a:off x="256032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 dirty="0"/>
              </a:p>
            </p:txBody>
          </p:sp>
          <p:sp>
            <p:nvSpPr>
              <p:cNvPr id="84" name="Shape 18">
                <a:extLst>
                  <a:ext uri="{FF2B5EF4-FFF2-40B4-BE49-F238E27FC236}">
                    <a16:creationId xmlns:a16="http://schemas.microsoft.com/office/drawing/2014/main" id="{09B74F3F-79B9-AC75-465E-D32C2A50B8D5}"/>
                  </a:ext>
                </a:extLst>
              </p:cNvPr>
              <p:cNvSpPr/>
              <p:nvPr/>
            </p:nvSpPr>
            <p:spPr>
              <a:xfrm>
                <a:off x="306324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85" name="Shape 19">
                <a:extLst>
                  <a:ext uri="{FF2B5EF4-FFF2-40B4-BE49-F238E27FC236}">
                    <a16:creationId xmlns:a16="http://schemas.microsoft.com/office/drawing/2014/main" id="{6E331B2C-DCA4-F340-C77C-CFC6CA925C90}"/>
                  </a:ext>
                </a:extLst>
              </p:cNvPr>
              <p:cNvSpPr/>
              <p:nvPr/>
            </p:nvSpPr>
            <p:spPr>
              <a:xfrm>
                <a:off x="548640" y="274320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86" name="Shape 20">
                <a:extLst>
                  <a:ext uri="{FF2B5EF4-FFF2-40B4-BE49-F238E27FC236}">
                    <a16:creationId xmlns:a16="http://schemas.microsoft.com/office/drawing/2014/main" id="{60D2CD16-0770-84D9-FDFA-B957BEA3F7AB}"/>
                  </a:ext>
                </a:extLst>
              </p:cNvPr>
              <p:cNvSpPr/>
              <p:nvPr/>
            </p:nvSpPr>
            <p:spPr>
              <a:xfrm>
                <a:off x="105156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87" name="Shape 21">
                <a:extLst>
                  <a:ext uri="{FF2B5EF4-FFF2-40B4-BE49-F238E27FC236}">
                    <a16:creationId xmlns:a16="http://schemas.microsoft.com/office/drawing/2014/main" id="{A8E8C8D6-6421-6CE3-4E8B-421C1DE7DDAD}"/>
                  </a:ext>
                </a:extLst>
              </p:cNvPr>
              <p:cNvSpPr/>
              <p:nvPr/>
            </p:nvSpPr>
            <p:spPr>
              <a:xfrm>
                <a:off x="155448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88" name="Shape 22">
                <a:extLst>
                  <a:ext uri="{FF2B5EF4-FFF2-40B4-BE49-F238E27FC236}">
                    <a16:creationId xmlns:a16="http://schemas.microsoft.com/office/drawing/2014/main" id="{C3470272-D194-A60F-62ED-92E70B531288}"/>
                  </a:ext>
                </a:extLst>
              </p:cNvPr>
              <p:cNvSpPr/>
              <p:nvPr/>
            </p:nvSpPr>
            <p:spPr>
              <a:xfrm>
                <a:off x="205740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89" name="Shape 23">
                <a:extLst>
                  <a:ext uri="{FF2B5EF4-FFF2-40B4-BE49-F238E27FC236}">
                    <a16:creationId xmlns:a16="http://schemas.microsoft.com/office/drawing/2014/main" id="{8FA9BD7B-EED7-479C-203A-65BFA9F130CD}"/>
                  </a:ext>
                </a:extLst>
              </p:cNvPr>
              <p:cNvSpPr/>
              <p:nvPr/>
            </p:nvSpPr>
            <p:spPr>
              <a:xfrm>
                <a:off x="256032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90" name="Shape 24">
                <a:extLst>
                  <a:ext uri="{FF2B5EF4-FFF2-40B4-BE49-F238E27FC236}">
                    <a16:creationId xmlns:a16="http://schemas.microsoft.com/office/drawing/2014/main" id="{91994FDF-B7B3-CF67-E1A0-C72578E5F53C}"/>
                  </a:ext>
                </a:extLst>
              </p:cNvPr>
              <p:cNvSpPr/>
              <p:nvPr/>
            </p:nvSpPr>
            <p:spPr>
              <a:xfrm>
                <a:off x="306324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91" name="Shape 25">
                <a:extLst>
                  <a:ext uri="{FF2B5EF4-FFF2-40B4-BE49-F238E27FC236}">
                    <a16:creationId xmlns:a16="http://schemas.microsoft.com/office/drawing/2014/main" id="{F22F9741-F787-84E6-5081-1C759C0817F0}"/>
                  </a:ext>
                </a:extLst>
              </p:cNvPr>
              <p:cNvSpPr/>
              <p:nvPr/>
            </p:nvSpPr>
            <p:spPr>
              <a:xfrm>
                <a:off x="54864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2" name="Shape 26">
                <a:extLst>
                  <a:ext uri="{FF2B5EF4-FFF2-40B4-BE49-F238E27FC236}">
                    <a16:creationId xmlns:a16="http://schemas.microsoft.com/office/drawing/2014/main" id="{463BC3A7-EA30-DB7B-13B1-0CB5F6E22A0F}"/>
                  </a:ext>
                </a:extLst>
              </p:cNvPr>
              <p:cNvSpPr/>
              <p:nvPr/>
            </p:nvSpPr>
            <p:spPr>
              <a:xfrm>
                <a:off x="105156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3" name="Shape 27">
                <a:extLst>
                  <a:ext uri="{FF2B5EF4-FFF2-40B4-BE49-F238E27FC236}">
                    <a16:creationId xmlns:a16="http://schemas.microsoft.com/office/drawing/2014/main" id="{AA7BE026-2938-C48A-7FC6-B5EEBF426158}"/>
                  </a:ext>
                </a:extLst>
              </p:cNvPr>
              <p:cNvSpPr/>
              <p:nvPr/>
            </p:nvSpPr>
            <p:spPr>
              <a:xfrm>
                <a:off x="155448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4" name="Shape 28">
                <a:extLst>
                  <a:ext uri="{FF2B5EF4-FFF2-40B4-BE49-F238E27FC236}">
                    <a16:creationId xmlns:a16="http://schemas.microsoft.com/office/drawing/2014/main" id="{73C453AD-E6A2-DB4E-341B-F341875F6324}"/>
                  </a:ext>
                </a:extLst>
              </p:cNvPr>
              <p:cNvSpPr/>
              <p:nvPr/>
            </p:nvSpPr>
            <p:spPr>
              <a:xfrm>
                <a:off x="205740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5" name="Shape 29">
                <a:extLst>
                  <a:ext uri="{FF2B5EF4-FFF2-40B4-BE49-F238E27FC236}">
                    <a16:creationId xmlns:a16="http://schemas.microsoft.com/office/drawing/2014/main" id="{481D6A4B-A1D5-5FF4-F77B-2AE98D4AD0D2}"/>
                  </a:ext>
                </a:extLst>
              </p:cNvPr>
              <p:cNvSpPr/>
              <p:nvPr/>
            </p:nvSpPr>
            <p:spPr>
              <a:xfrm>
                <a:off x="256032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6" name="Shape 30">
                <a:extLst>
                  <a:ext uri="{FF2B5EF4-FFF2-40B4-BE49-F238E27FC236}">
                    <a16:creationId xmlns:a16="http://schemas.microsoft.com/office/drawing/2014/main" id="{448FD8F9-56E6-AD83-25D3-06F2FEA3C944}"/>
                  </a:ext>
                </a:extLst>
              </p:cNvPr>
              <p:cNvSpPr/>
              <p:nvPr/>
            </p:nvSpPr>
            <p:spPr>
              <a:xfrm>
                <a:off x="306324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7" name="Shape 31">
                <a:extLst>
                  <a:ext uri="{FF2B5EF4-FFF2-40B4-BE49-F238E27FC236}">
                    <a16:creationId xmlns:a16="http://schemas.microsoft.com/office/drawing/2014/main" id="{0657F480-442E-D532-16E2-48542DB21411}"/>
                  </a:ext>
                </a:extLst>
              </p:cNvPr>
              <p:cNvSpPr/>
              <p:nvPr/>
            </p:nvSpPr>
            <p:spPr>
              <a:xfrm>
                <a:off x="54864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8" name="Shape 32">
                <a:extLst>
                  <a:ext uri="{FF2B5EF4-FFF2-40B4-BE49-F238E27FC236}">
                    <a16:creationId xmlns:a16="http://schemas.microsoft.com/office/drawing/2014/main" id="{C027CE09-7C1F-905F-60AE-9AC031BFAC29}"/>
                  </a:ext>
                </a:extLst>
              </p:cNvPr>
              <p:cNvSpPr/>
              <p:nvPr/>
            </p:nvSpPr>
            <p:spPr>
              <a:xfrm>
                <a:off x="105156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99" name="Shape 33">
                <a:extLst>
                  <a:ext uri="{FF2B5EF4-FFF2-40B4-BE49-F238E27FC236}">
                    <a16:creationId xmlns:a16="http://schemas.microsoft.com/office/drawing/2014/main" id="{F0C7FAE4-06B8-DF9B-8324-539771BC0D64}"/>
                  </a:ext>
                </a:extLst>
              </p:cNvPr>
              <p:cNvSpPr/>
              <p:nvPr/>
            </p:nvSpPr>
            <p:spPr>
              <a:xfrm>
                <a:off x="155448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00" name="Shape 34">
                <a:extLst>
                  <a:ext uri="{FF2B5EF4-FFF2-40B4-BE49-F238E27FC236}">
                    <a16:creationId xmlns:a16="http://schemas.microsoft.com/office/drawing/2014/main" id="{7FD5BE8F-07A6-5523-4D11-7589E9143316}"/>
                  </a:ext>
                </a:extLst>
              </p:cNvPr>
              <p:cNvSpPr/>
              <p:nvPr/>
            </p:nvSpPr>
            <p:spPr>
              <a:xfrm>
                <a:off x="205740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01" name="Shape 36">
                <a:extLst>
                  <a:ext uri="{FF2B5EF4-FFF2-40B4-BE49-F238E27FC236}">
                    <a16:creationId xmlns:a16="http://schemas.microsoft.com/office/drawing/2014/main" id="{CBF1DF70-073A-5DEF-D50A-ECD1DF88AED3}"/>
                  </a:ext>
                </a:extLst>
              </p:cNvPr>
              <p:cNvSpPr/>
              <p:nvPr/>
            </p:nvSpPr>
            <p:spPr>
              <a:xfrm>
                <a:off x="306324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02" name="Text 37">
                <a:extLst>
                  <a:ext uri="{FF2B5EF4-FFF2-40B4-BE49-F238E27FC236}">
                    <a16:creationId xmlns:a16="http://schemas.microsoft.com/office/drawing/2014/main" id="{BCD25DFF-21F7-CF19-9526-2BF47D3C768C}"/>
                  </a:ext>
                </a:extLst>
              </p:cNvPr>
              <p:cNvSpPr txBox="1"/>
              <p:nvPr/>
            </p:nvSpPr>
            <p:spPr>
              <a:xfrm>
                <a:off x="548640" y="4343400"/>
                <a:ext cx="31089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 err="1">
                    <a:solidFill>
                      <a:srgbClr val="64748B"/>
                    </a:solidFill>
                  </a:rPr>
                  <a:t>hidden_cpu_board</a:t>
                </a:r>
                <a:endParaRPr lang="en-US" sz="1100" dirty="0"/>
              </a:p>
            </p:txBody>
          </p:sp>
        </p:grpSp>
      </p:grpSp>
      <p:sp>
        <p:nvSpPr>
          <p:cNvPr id="104" name="Shape 8">
            <a:extLst>
              <a:ext uri="{FF2B5EF4-FFF2-40B4-BE49-F238E27FC236}">
                <a16:creationId xmlns:a16="http://schemas.microsoft.com/office/drawing/2014/main" id="{1BB76F1B-9375-21D1-0630-8ACB8112BF76}"/>
              </a:ext>
            </a:extLst>
          </p:cNvPr>
          <p:cNvSpPr/>
          <p:nvPr/>
        </p:nvSpPr>
        <p:spPr>
          <a:xfrm>
            <a:off x="2129165" y="1757779"/>
            <a:ext cx="482349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7" name="code bot.py">
            <a:extLst>
              <a:ext uri="{FF2B5EF4-FFF2-40B4-BE49-F238E27FC236}">
                <a16:creationId xmlns:a16="http://schemas.microsoft.com/office/drawing/2014/main" id="{D28B9AAE-286E-F259-85F7-DEA380AB61D8}"/>
              </a:ext>
            </a:extLst>
          </p:cNvPr>
          <p:cNvSpPr/>
          <p:nvPr/>
        </p:nvSpPr>
        <p:spPr>
          <a:xfrm>
            <a:off x="4731798" y="1049213"/>
            <a:ext cx="3764132" cy="3721963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8" name="Shape 5">
            <a:extLst>
              <a:ext uri="{FF2B5EF4-FFF2-40B4-BE49-F238E27FC236}">
                <a16:creationId xmlns:a16="http://schemas.microsoft.com/office/drawing/2014/main" id="{F4CCE681-3AD4-1FF2-5CF8-9F10B032391A}"/>
              </a:ext>
            </a:extLst>
          </p:cNvPr>
          <p:cNvSpPr/>
          <p:nvPr/>
        </p:nvSpPr>
        <p:spPr>
          <a:xfrm>
            <a:off x="4868957" y="1158942"/>
            <a:ext cx="98049" cy="10059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Shape 6">
            <a:extLst>
              <a:ext uri="{FF2B5EF4-FFF2-40B4-BE49-F238E27FC236}">
                <a16:creationId xmlns:a16="http://schemas.microsoft.com/office/drawing/2014/main" id="{7D844F3F-0C5B-6923-5E3D-1851C829BDA0}"/>
              </a:ext>
            </a:extLst>
          </p:cNvPr>
          <p:cNvSpPr/>
          <p:nvPr/>
        </p:nvSpPr>
        <p:spPr>
          <a:xfrm>
            <a:off x="5024405" y="1158942"/>
            <a:ext cx="98049" cy="10059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0" name="Shape 7">
            <a:extLst>
              <a:ext uri="{FF2B5EF4-FFF2-40B4-BE49-F238E27FC236}">
                <a16:creationId xmlns:a16="http://schemas.microsoft.com/office/drawing/2014/main" id="{0A5DFEB5-7908-0B16-7A8F-C0C69083218C}"/>
              </a:ext>
            </a:extLst>
          </p:cNvPr>
          <p:cNvSpPr/>
          <p:nvPr/>
        </p:nvSpPr>
        <p:spPr>
          <a:xfrm>
            <a:off x="5179853" y="1158942"/>
            <a:ext cx="98049" cy="10059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8">
            <a:extLst>
              <a:ext uri="{FF2B5EF4-FFF2-40B4-BE49-F238E27FC236}">
                <a16:creationId xmlns:a16="http://schemas.microsoft.com/office/drawing/2014/main" id="{E03B144C-4428-20FD-F116-3CEBB9F63016}"/>
              </a:ext>
            </a:extLst>
          </p:cNvPr>
          <p:cNvSpPr txBox="1"/>
          <p:nvPr/>
        </p:nvSpPr>
        <p:spPr>
          <a:xfrm>
            <a:off x="5463317" y="1094934"/>
            <a:ext cx="3431713" cy="25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endParaRPr lang="en-US" sz="1000" dirty="0"/>
          </a:p>
        </p:txBody>
      </p:sp>
      <p:sp>
        <p:nvSpPr>
          <p:cNvPr id="112" name="Text 9">
            <a:extLst>
              <a:ext uri="{FF2B5EF4-FFF2-40B4-BE49-F238E27FC236}">
                <a16:creationId xmlns:a16="http://schemas.microsoft.com/office/drawing/2014/main" id="{4DD92D54-5EDD-BB10-64CA-8A9230C24810}"/>
              </a:ext>
            </a:extLst>
          </p:cNvPr>
          <p:cNvSpPr txBox="1"/>
          <p:nvPr/>
        </p:nvSpPr>
        <p:spPr>
          <a:xfrm>
            <a:off x="4868957" y="1396686"/>
            <a:ext cx="4118055" cy="3269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hidden_board_cpu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(board):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hidden =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board.copy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hidden[hidden =='⛵'] = '⬜'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hidden[hidden == '⬛'] = '⬜'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hidden </a:t>
            </a: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hidden_board_player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(board):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hidden=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board.copy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hidden[hidden == '⬛'] = '⬜'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hidden </a:t>
            </a:r>
          </a:p>
          <a:p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lost_board_cpu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(board):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hidden=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board.copy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hidden[hidden == '⬛'] = '⬜'</a:t>
            </a:r>
          </a:p>
          <a:p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hidden</a:t>
            </a:r>
          </a:p>
        </p:txBody>
      </p: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C8B04934-F8F9-8CC1-329E-33063434ADDA}"/>
              </a:ext>
            </a:extLst>
          </p:cNvPr>
          <p:cNvGrpSpPr/>
          <p:nvPr/>
        </p:nvGrpSpPr>
        <p:grpSpPr>
          <a:xfrm>
            <a:off x="513872" y="3031651"/>
            <a:ext cx="2718343" cy="1689660"/>
            <a:chOff x="548640" y="1234440"/>
            <a:chExt cx="5562970" cy="3474720"/>
          </a:xfrm>
        </p:grpSpPr>
        <p:sp>
          <p:nvSpPr>
            <p:cNvPr id="114" name="Shape 35">
              <a:extLst>
                <a:ext uri="{FF2B5EF4-FFF2-40B4-BE49-F238E27FC236}">
                  <a16:creationId xmlns:a16="http://schemas.microsoft.com/office/drawing/2014/main" id="{ACDB8D89-A1F8-0688-24DA-A01A30B67CD8}"/>
                </a:ext>
              </a:extLst>
            </p:cNvPr>
            <p:cNvSpPr/>
            <p:nvPr/>
          </p:nvSpPr>
          <p:spPr>
            <a:xfrm>
              <a:off x="2560320" y="3749040"/>
              <a:ext cx="502920" cy="502920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grpSp>
          <p:nvGrpSpPr>
            <p:cNvPr id="115" name="Grupo 114">
              <a:extLst>
                <a:ext uri="{FF2B5EF4-FFF2-40B4-BE49-F238E27FC236}">
                  <a16:creationId xmlns:a16="http://schemas.microsoft.com/office/drawing/2014/main" id="{D6C7B2BA-EDB1-5C84-EC44-C42ACBD4FB00}"/>
                </a:ext>
              </a:extLst>
            </p:cNvPr>
            <p:cNvGrpSpPr/>
            <p:nvPr/>
          </p:nvGrpSpPr>
          <p:grpSpPr>
            <a:xfrm>
              <a:off x="548640" y="1234440"/>
              <a:ext cx="5562970" cy="3474720"/>
              <a:chOff x="548640" y="1234440"/>
              <a:chExt cx="5562970" cy="3474720"/>
            </a:xfrm>
          </p:grpSpPr>
          <p:sp>
            <p:nvSpPr>
              <p:cNvPr id="116" name="Shape 1">
                <a:extLst>
                  <a:ext uri="{FF2B5EF4-FFF2-40B4-BE49-F238E27FC236}">
                    <a16:creationId xmlns:a16="http://schemas.microsoft.com/office/drawing/2014/main" id="{B7EF7BFB-E6E0-0A12-359B-5508F1235758}"/>
                  </a:ext>
                </a:extLst>
              </p:cNvPr>
              <p:cNvSpPr/>
              <p:nvPr/>
            </p:nvSpPr>
            <p:spPr>
              <a:xfrm>
                <a:off x="54864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17" name="Shape 2">
                <a:extLst>
                  <a:ext uri="{FF2B5EF4-FFF2-40B4-BE49-F238E27FC236}">
                    <a16:creationId xmlns:a16="http://schemas.microsoft.com/office/drawing/2014/main" id="{6EE19FBF-DE69-153B-F453-F147393C5CA1}"/>
                  </a:ext>
                </a:extLst>
              </p:cNvPr>
              <p:cNvSpPr/>
              <p:nvPr/>
            </p:nvSpPr>
            <p:spPr>
              <a:xfrm>
                <a:off x="105156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18" name="Shape 3">
                <a:extLst>
                  <a:ext uri="{FF2B5EF4-FFF2-40B4-BE49-F238E27FC236}">
                    <a16:creationId xmlns:a16="http://schemas.microsoft.com/office/drawing/2014/main" id="{C9A4938A-EB46-ED8F-B796-36F4895C2614}"/>
                  </a:ext>
                </a:extLst>
              </p:cNvPr>
              <p:cNvSpPr/>
              <p:nvPr/>
            </p:nvSpPr>
            <p:spPr>
              <a:xfrm>
                <a:off x="155448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19" name="Shape 4">
                <a:extLst>
                  <a:ext uri="{FF2B5EF4-FFF2-40B4-BE49-F238E27FC236}">
                    <a16:creationId xmlns:a16="http://schemas.microsoft.com/office/drawing/2014/main" id="{BB9E77A7-4B8C-5D4C-7F08-E52AE2C8A38E}"/>
                  </a:ext>
                </a:extLst>
              </p:cNvPr>
              <p:cNvSpPr/>
              <p:nvPr/>
            </p:nvSpPr>
            <p:spPr>
              <a:xfrm>
                <a:off x="205740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0" name="Shape 5">
                <a:extLst>
                  <a:ext uri="{FF2B5EF4-FFF2-40B4-BE49-F238E27FC236}">
                    <a16:creationId xmlns:a16="http://schemas.microsoft.com/office/drawing/2014/main" id="{A6B16822-A304-10B6-820B-3C489E976E8E}"/>
                  </a:ext>
                </a:extLst>
              </p:cNvPr>
              <p:cNvSpPr/>
              <p:nvPr/>
            </p:nvSpPr>
            <p:spPr>
              <a:xfrm>
                <a:off x="256032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1" name="Shape 6">
                <a:extLst>
                  <a:ext uri="{FF2B5EF4-FFF2-40B4-BE49-F238E27FC236}">
                    <a16:creationId xmlns:a16="http://schemas.microsoft.com/office/drawing/2014/main" id="{EE8AA9C1-5160-355F-E7F4-1A6B089506B1}"/>
                  </a:ext>
                </a:extLst>
              </p:cNvPr>
              <p:cNvSpPr/>
              <p:nvPr/>
            </p:nvSpPr>
            <p:spPr>
              <a:xfrm>
                <a:off x="306324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2" name="Shape 7">
                <a:extLst>
                  <a:ext uri="{FF2B5EF4-FFF2-40B4-BE49-F238E27FC236}">
                    <a16:creationId xmlns:a16="http://schemas.microsoft.com/office/drawing/2014/main" id="{83314F77-19C5-5EEA-1844-44A471B8D442}"/>
                  </a:ext>
                </a:extLst>
              </p:cNvPr>
              <p:cNvSpPr/>
              <p:nvPr/>
            </p:nvSpPr>
            <p:spPr>
              <a:xfrm>
                <a:off x="548640" y="173736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3" name="Shape 8">
                <a:extLst>
                  <a:ext uri="{FF2B5EF4-FFF2-40B4-BE49-F238E27FC236}">
                    <a16:creationId xmlns:a16="http://schemas.microsoft.com/office/drawing/2014/main" id="{E6341C28-9B88-22D3-E29B-6F27678AC338}"/>
                  </a:ext>
                </a:extLst>
              </p:cNvPr>
              <p:cNvSpPr/>
              <p:nvPr/>
            </p:nvSpPr>
            <p:spPr>
              <a:xfrm>
                <a:off x="105156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4" name="Shape 9">
                <a:extLst>
                  <a:ext uri="{FF2B5EF4-FFF2-40B4-BE49-F238E27FC236}">
                    <a16:creationId xmlns:a16="http://schemas.microsoft.com/office/drawing/2014/main" id="{4751FC95-04AD-B424-E354-DFC1D5738DA0}"/>
                  </a:ext>
                </a:extLst>
              </p:cNvPr>
              <p:cNvSpPr/>
              <p:nvPr/>
            </p:nvSpPr>
            <p:spPr>
              <a:xfrm>
                <a:off x="155448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5" name="Shape 10">
                <a:extLst>
                  <a:ext uri="{FF2B5EF4-FFF2-40B4-BE49-F238E27FC236}">
                    <a16:creationId xmlns:a16="http://schemas.microsoft.com/office/drawing/2014/main" id="{A504988B-88A8-C282-C36A-F8FEB6FB42A1}"/>
                  </a:ext>
                </a:extLst>
              </p:cNvPr>
              <p:cNvSpPr/>
              <p:nvPr/>
            </p:nvSpPr>
            <p:spPr>
              <a:xfrm>
                <a:off x="205740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6" name="Shape 11">
                <a:extLst>
                  <a:ext uri="{FF2B5EF4-FFF2-40B4-BE49-F238E27FC236}">
                    <a16:creationId xmlns:a16="http://schemas.microsoft.com/office/drawing/2014/main" id="{ECD68F35-BFDC-541D-581E-D22BCEF973F6}"/>
                  </a:ext>
                </a:extLst>
              </p:cNvPr>
              <p:cNvSpPr/>
              <p:nvPr/>
            </p:nvSpPr>
            <p:spPr>
              <a:xfrm>
                <a:off x="256032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7" name="Shape 12">
                <a:extLst>
                  <a:ext uri="{FF2B5EF4-FFF2-40B4-BE49-F238E27FC236}">
                    <a16:creationId xmlns:a16="http://schemas.microsoft.com/office/drawing/2014/main" id="{494BCC0C-CC06-3CC2-35F9-651B4825318F}"/>
                  </a:ext>
                </a:extLst>
              </p:cNvPr>
              <p:cNvSpPr/>
              <p:nvPr/>
            </p:nvSpPr>
            <p:spPr>
              <a:xfrm>
                <a:off x="3063240" y="173736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8" name="Shape 13">
                <a:extLst>
                  <a:ext uri="{FF2B5EF4-FFF2-40B4-BE49-F238E27FC236}">
                    <a16:creationId xmlns:a16="http://schemas.microsoft.com/office/drawing/2014/main" id="{8714EDC0-F015-871B-6A35-0F45C23E7453}"/>
                  </a:ext>
                </a:extLst>
              </p:cNvPr>
              <p:cNvSpPr/>
              <p:nvPr/>
            </p:nvSpPr>
            <p:spPr>
              <a:xfrm>
                <a:off x="548640" y="224028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29" name="Shape 14">
                <a:extLst>
                  <a:ext uri="{FF2B5EF4-FFF2-40B4-BE49-F238E27FC236}">
                    <a16:creationId xmlns:a16="http://schemas.microsoft.com/office/drawing/2014/main" id="{53F11CE7-E2DC-EC21-F77C-9D93DAB756B8}"/>
                  </a:ext>
                </a:extLst>
              </p:cNvPr>
              <p:cNvSpPr/>
              <p:nvPr/>
            </p:nvSpPr>
            <p:spPr>
              <a:xfrm>
                <a:off x="1051560" y="224028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0" name="Shape 15">
                <a:extLst>
                  <a:ext uri="{FF2B5EF4-FFF2-40B4-BE49-F238E27FC236}">
                    <a16:creationId xmlns:a16="http://schemas.microsoft.com/office/drawing/2014/main" id="{925DC95D-F2E4-01AF-36A6-F82AD3873094}"/>
                  </a:ext>
                </a:extLst>
              </p:cNvPr>
              <p:cNvSpPr/>
              <p:nvPr/>
            </p:nvSpPr>
            <p:spPr>
              <a:xfrm>
                <a:off x="1554480" y="2240280"/>
                <a:ext cx="502920" cy="502920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1" name="Shape 16">
                <a:extLst>
                  <a:ext uri="{FF2B5EF4-FFF2-40B4-BE49-F238E27FC236}">
                    <a16:creationId xmlns:a16="http://schemas.microsoft.com/office/drawing/2014/main" id="{97DD6C84-05A9-D0A5-8E10-AF2427A62298}"/>
                  </a:ext>
                </a:extLst>
              </p:cNvPr>
              <p:cNvSpPr/>
              <p:nvPr/>
            </p:nvSpPr>
            <p:spPr>
              <a:xfrm>
                <a:off x="2057400" y="2240280"/>
                <a:ext cx="502920" cy="502920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2" name="Shape 17">
                <a:extLst>
                  <a:ext uri="{FF2B5EF4-FFF2-40B4-BE49-F238E27FC236}">
                    <a16:creationId xmlns:a16="http://schemas.microsoft.com/office/drawing/2014/main" id="{1F919F6E-7795-2CF0-D2C2-23DA66B32015}"/>
                  </a:ext>
                </a:extLst>
              </p:cNvPr>
              <p:cNvSpPr/>
              <p:nvPr/>
            </p:nvSpPr>
            <p:spPr>
              <a:xfrm>
                <a:off x="2560320" y="2240280"/>
                <a:ext cx="502920" cy="502920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3" name="Shape 18">
                <a:extLst>
                  <a:ext uri="{FF2B5EF4-FFF2-40B4-BE49-F238E27FC236}">
                    <a16:creationId xmlns:a16="http://schemas.microsoft.com/office/drawing/2014/main" id="{54E48001-EBCA-A4DF-31A3-0D697C59B0B7}"/>
                  </a:ext>
                </a:extLst>
              </p:cNvPr>
              <p:cNvSpPr/>
              <p:nvPr/>
            </p:nvSpPr>
            <p:spPr>
              <a:xfrm>
                <a:off x="3063240" y="224028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4" name="Shape 19">
                <a:extLst>
                  <a:ext uri="{FF2B5EF4-FFF2-40B4-BE49-F238E27FC236}">
                    <a16:creationId xmlns:a16="http://schemas.microsoft.com/office/drawing/2014/main" id="{18EE8BD0-078E-E489-6B13-C7C0DB22C4E8}"/>
                  </a:ext>
                </a:extLst>
              </p:cNvPr>
              <p:cNvSpPr/>
              <p:nvPr/>
            </p:nvSpPr>
            <p:spPr>
              <a:xfrm>
                <a:off x="548640" y="274320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5" name="Shape 20">
                <a:extLst>
                  <a:ext uri="{FF2B5EF4-FFF2-40B4-BE49-F238E27FC236}">
                    <a16:creationId xmlns:a16="http://schemas.microsoft.com/office/drawing/2014/main" id="{6099EF41-ACE2-73D7-6B0A-C771CA447738}"/>
                  </a:ext>
                </a:extLst>
              </p:cNvPr>
              <p:cNvSpPr/>
              <p:nvPr/>
            </p:nvSpPr>
            <p:spPr>
              <a:xfrm>
                <a:off x="105156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6" name="Shape 21">
                <a:extLst>
                  <a:ext uri="{FF2B5EF4-FFF2-40B4-BE49-F238E27FC236}">
                    <a16:creationId xmlns:a16="http://schemas.microsoft.com/office/drawing/2014/main" id="{90707BF7-0F36-52E1-F1AD-1FBD41E9B63B}"/>
                  </a:ext>
                </a:extLst>
              </p:cNvPr>
              <p:cNvSpPr/>
              <p:nvPr/>
            </p:nvSpPr>
            <p:spPr>
              <a:xfrm>
                <a:off x="155448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7" name="Shape 22">
                <a:extLst>
                  <a:ext uri="{FF2B5EF4-FFF2-40B4-BE49-F238E27FC236}">
                    <a16:creationId xmlns:a16="http://schemas.microsoft.com/office/drawing/2014/main" id="{09ADCCE7-94B3-7D57-5D79-A723E588C471}"/>
                  </a:ext>
                </a:extLst>
              </p:cNvPr>
              <p:cNvSpPr/>
              <p:nvPr/>
            </p:nvSpPr>
            <p:spPr>
              <a:xfrm>
                <a:off x="205740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8" name="Shape 23">
                <a:extLst>
                  <a:ext uri="{FF2B5EF4-FFF2-40B4-BE49-F238E27FC236}">
                    <a16:creationId xmlns:a16="http://schemas.microsoft.com/office/drawing/2014/main" id="{F833DFE0-DE51-1F89-A568-737D4265B522}"/>
                  </a:ext>
                </a:extLst>
              </p:cNvPr>
              <p:cNvSpPr/>
              <p:nvPr/>
            </p:nvSpPr>
            <p:spPr>
              <a:xfrm>
                <a:off x="256032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39" name="Shape 24">
                <a:extLst>
                  <a:ext uri="{FF2B5EF4-FFF2-40B4-BE49-F238E27FC236}">
                    <a16:creationId xmlns:a16="http://schemas.microsoft.com/office/drawing/2014/main" id="{FD27DF45-70B0-A0AA-B2DC-FCC45CCEC64C}"/>
                  </a:ext>
                </a:extLst>
              </p:cNvPr>
              <p:cNvSpPr/>
              <p:nvPr/>
            </p:nvSpPr>
            <p:spPr>
              <a:xfrm>
                <a:off x="3063240" y="2743200"/>
                <a:ext cx="502920" cy="50292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0" name="Shape 25">
                <a:extLst>
                  <a:ext uri="{FF2B5EF4-FFF2-40B4-BE49-F238E27FC236}">
                    <a16:creationId xmlns:a16="http://schemas.microsoft.com/office/drawing/2014/main" id="{D6F40125-E68B-D9E2-2AAE-1BC3CB851C53}"/>
                  </a:ext>
                </a:extLst>
              </p:cNvPr>
              <p:cNvSpPr/>
              <p:nvPr/>
            </p:nvSpPr>
            <p:spPr>
              <a:xfrm>
                <a:off x="54864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1" name="Shape 26">
                <a:extLst>
                  <a:ext uri="{FF2B5EF4-FFF2-40B4-BE49-F238E27FC236}">
                    <a16:creationId xmlns:a16="http://schemas.microsoft.com/office/drawing/2014/main" id="{F9415327-2E48-D226-C831-B54CF455CDDF}"/>
                  </a:ext>
                </a:extLst>
              </p:cNvPr>
              <p:cNvSpPr/>
              <p:nvPr/>
            </p:nvSpPr>
            <p:spPr>
              <a:xfrm>
                <a:off x="105156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2" name="Shape 27">
                <a:extLst>
                  <a:ext uri="{FF2B5EF4-FFF2-40B4-BE49-F238E27FC236}">
                    <a16:creationId xmlns:a16="http://schemas.microsoft.com/office/drawing/2014/main" id="{B9012B05-7024-0102-3F25-7234EF863C99}"/>
                  </a:ext>
                </a:extLst>
              </p:cNvPr>
              <p:cNvSpPr/>
              <p:nvPr/>
            </p:nvSpPr>
            <p:spPr>
              <a:xfrm>
                <a:off x="155448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3" name="Shape 28">
                <a:extLst>
                  <a:ext uri="{FF2B5EF4-FFF2-40B4-BE49-F238E27FC236}">
                    <a16:creationId xmlns:a16="http://schemas.microsoft.com/office/drawing/2014/main" id="{4D00FBB9-9570-4FA8-56C9-B8720750B743}"/>
                  </a:ext>
                </a:extLst>
              </p:cNvPr>
              <p:cNvSpPr/>
              <p:nvPr/>
            </p:nvSpPr>
            <p:spPr>
              <a:xfrm>
                <a:off x="205740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4" name="Shape 29">
                <a:extLst>
                  <a:ext uri="{FF2B5EF4-FFF2-40B4-BE49-F238E27FC236}">
                    <a16:creationId xmlns:a16="http://schemas.microsoft.com/office/drawing/2014/main" id="{1A345DC8-8951-3C41-28CF-8F0BEFC38B3A}"/>
                  </a:ext>
                </a:extLst>
              </p:cNvPr>
              <p:cNvSpPr/>
              <p:nvPr/>
            </p:nvSpPr>
            <p:spPr>
              <a:xfrm>
                <a:off x="256032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5" name="Shape 30">
                <a:extLst>
                  <a:ext uri="{FF2B5EF4-FFF2-40B4-BE49-F238E27FC236}">
                    <a16:creationId xmlns:a16="http://schemas.microsoft.com/office/drawing/2014/main" id="{29B555C8-697E-97A3-3646-1E91FFC87C6A}"/>
                  </a:ext>
                </a:extLst>
              </p:cNvPr>
              <p:cNvSpPr/>
              <p:nvPr/>
            </p:nvSpPr>
            <p:spPr>
              <a:xfrm>
                <a:off x="306324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6" name="Shape 31">
                <a:extLst>
                  <a:ext uri="{FF2B5EF4-FFF2-40B4-BE49-F238E27FC236}">
                    <a16:creationId xmlns:a16="http://schemas.microsoft.com/office/drawing/2014/main" id="{43A39CFB-49C0-5237-64A6-08A120F3B75B}"/>
                  </a:ext>
                </a:extLst>
              </p:cNvPr>
              <p:cNvSpPr/>
              <p:nvPr/>
            </p:nvSpPr>
            <p:spPr>
              <a:xfrm>
                <a:off x="54864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7" name="Shape 32">
                <a:extLst>
                  <a:ext uri="{FF2B5EF4-FFF2-40B4-BE49-F238E27FC236}">
                    <a16:creationId xmlns:a16="http://schemas.microsoft.com/office/drawing/2014/main" id="{D43F9B29-9BD7-F87C-9E42-A987E84F2E07}"/>
                  </a:ext>
                </a:extLst>
              </p:cNvPr>
              <p:cNvSpPr/>
              <p:nvPr/>
            </p:nvSpPr>
            <p:spPr>
              <a:xfrm>
                <a:off x="105156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8" name="Shape 33">
                <a:extLst>
                  <a:ext uri="{FF2B5EF4-FFF2-40B4-BE49-F238E27FC236}">
                    <a16:creationId xmlns:a16="http://schemas.microsoft.com/office/drawing/2014/main" id="{629186B1-19BD-500F-4FB8-18817A03768E}"/>
                  </a:ext>
                </a:extLst>
              </p:cNvPr>
              <p:cNvSpPr/>
              <p:nvPr/>
            </p:nvSpPr>
            <p:spPr>
              <a:xfrm>
                <a:off x="155448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49" name="Shape 34">
                <a:extLst>
                  <a:ext uri="{FF2B5EF4-FFF2-40B4-BE49-F238E27FC236}">
                    <a16:creationId xmlns:a16="http://schemas.microsoft.com/office/drawing/2014/main" id="{4C931BDD-C35D-7C6A-1FD5-3EAA03199278}"/>
                  </a:ext>
                </a:extLst>
              </p:cNvPr>
              <p:cNvSpPr/>
              <p:nvPr/>
            </p:nvSpPr>
            <p:spPr>
              <a:xfrm>
                <a:off x="205740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50" name="Shape 36">
                <a:extLst>
                  <a:ext uri="{FF2B5EF4-FFF2-40B4-BE49-F238E27FC236}">
                    <a16:creationId xmlns:a16="http://schemas.microsoft.com/office/drawing/2014/main" id="{E990B08C-B8D1-60DA-9181-13B258C841CC}"/>
                  </a:ext>
                </a:extLst>
              </p:cNvPr>
              <p:cNvSpPr/>
              <p:nvPr/>
            </p:nvSpPr>
            <p:spPr>
              <a:xfrm>
                <a:off x="306324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51" name="Text 37">
                <a:extLst>
                  <a:ext uri="{FF2B5EF4-FFF2-40B4-BE49-F238E27FC236}">
                    <a16:creationId xmlns:a16="http://schemas.microsoft.com/office/drawing/2014/main" id="{DBEF4322-9878-906F-EBB7-D05A40A07EE9}"/>
                  </a:ext>
                </a:extLst>
              </p:cNvPr>
              <p:cNvSpPr txBox="1"/>
              <p:nvPr/>
            </p:nvSpPr>
            <p:spPr>
              <a:xfrm>
                <a:off x="548640" y="4343400"/>
                <a:ext cx="31089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             </a:t>
                </a:r>
                <a:r>
                  <a:rPr lang="en-US" sz="1100" dirty="0" err="1">
                    <a:solidFill>
                      <a:srgbClr val="64748B"/>
                    </a:solidFill>
                  </a:rPr>
                  <a:t>cpu_board</a:t>
                </a:r>
                <a:endParaRPr lang="en-US" sz="1100" dirty="0"/>
              </a:p>
            </p:txBody>
          </p:sp>
          <p:sp>
            <p:nvSpPr>
              <p:cNvPr id="152" name="CuadroTexto 151">
                <a:extLst>
                  <a:ext uri="{FF2B5EF4-FFF2-40B4-BE49-F238E27FC236}">
                    <a16:creationId xmlns:a16="http://schemas.microsoft.com/office/drawing/2014/main" id="{EC3A9CF1-1A20-3A9B-F44A-269B65AE5599}"/>
                  </a:ext>
                </a:extLst>
              </p:cNvPr>
              <p:cNvSpPr txBox="1"/>
              <p:nvPr/>
            </p:nvSpPr>
            <p:spPr>
              <a:xfrm>
                <a:off x="1539612" y="2293133"/>
                <a:ext cx="4571998" cy="569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</a:rPr>
                  <a:t>⛵  ⛵  ⛵</a:t>
                </a:r>
                <a:endParaRPr lang="es-419" sz="1100" dirty="0"/>
              </a:p>
            </p:txBody>
          </p:sp>
        </p:grpSp>
      </p:grpSp>
      <p:sp>
        <p:nvSpPr>
          <p:cNvPr id="153" name="Shape 8">
            <a:extLst>
              <a:ext uri="{FF2B5EF4-FFF2-40B4-BE49-F238E27FC236}">
                <a16:creationId xmlns:a16="http://schemas.microsoft.com/office/drawing/2014/main" id="{3E38B9F0-C5C8-2382-3478-1C94C1297AAF}"/>
              </a:ext>
            </a:extLst>
          </p:cNvPr>
          <p:cNvSpPr/>
          <p:nvPr/>
        </p:nvSpPr>
        <p:spPr>
          <a:xfrm>
            <a:off x="2129166" y="3844566"/>
            <a:ext cx="482349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D804D432-33E1-99F6-A1FB-F6165E9863BC}"/>
              </a:ext>
            </a:extLst>
          </p:cNvPr>
          <p:cNvGrpSpPr/>
          <p:nvPr/>
        </p:nvGrpSpPr>
        <p:grpSpPr>
          <a:xfrm>
            <a:off x="2751090" y="1094934"/>
            <a:ext cx="1558476" cy="1622961"/>
            <a:chOff x="548640" y="1234440"/>
            <a:chExt cx="3108960" cy="3474720"/>
          </a:xfrm>
        </p:grpSpPr>
        <p:sp>
          <p:nvSpPr>
            <p:cNvPr id="155" name="Shape 35">
              <a:extLst>
                <a:ext uri="{FF2B5EF4-FFF2-40B4-BE49-F238E27FC236}">
                  <a16:creationId xmlns:a16="http://schemas.microsoft.com/office/drawing/2014/main" id="{617D9C1D-402A-2321-2A09-1687B2DA8FAB}"/>
                </a:ext>
              </a:extLst>
            </p:cNvPr>
            <p:cNvSpPr/>
            <p:nvPr/>
          </p:nvSpPr>
          <p:spPr>
            <a:xfrm>
              <a:off x="2560320" y="3749040"/>
              <a:ext cx="502920" cy="502920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grpSp>
          <p:nvGrpSpPr>
            <p:cNvPr id="156" name="Grupo 155">
              <a:extLst>
                <a:ext uri="{FF2B5EF4-FFF2-40B4-BE49-F238E27FC236}">
                  <a16:creationId xmlns:a16="http://schemas.microsoft.com/office/drawing/2014/main" id="{97A661F9-7785-A724-3372-81E0F47C1A3D}"/>
                </a:ext>
              </a:extLst>
            </p:cNvPr>
            <p:cNvGrpSpPr/>
            <p:nvPr/>
          </p:nvGrpSpPr>
          <p:grpSpPr>
            <a:xfrm>
              <a:off x="548640" y="1234440"/>
              <a:ext cx="3108960" cy="3474720"/>
              <a:chOff x="548640" y="1234440"/>
              <a:chExt cx="3108960" cy="3474720"/>
            </a:xfrm>
          </p:grpSpPr>
          <p:sp>
            <p:nvSpPr>
              <p:cNvPr id="157" name="Shape 1">
                <a:extLst>
                  <a:ext uri="{FF2B5EF4-FFF2-40B4-BE49-F238E27FC236}">
                    <a16:creationId xmlns:a16="http://schemas.microsoft.com/office/drawing/2014/main" id="{65647E10-8782-C5E6-07F6-EA08F8427813}"/>
                  </a:ext>
                </a:extLst>
              </p:cNvPr>
              <p:cNvSpPr/>
              <p:nvPr/>
            </p:nvSpPr>
            <p:spPr>
              <a:xfrm>
                <a:off x="54864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58" name="Shape 2">
                <a:extLst>
                  <a:ext uri="{FF2B5EF4-FFF2-40B4-BE49-F238E27FC236}">
                    <a16:creationId xmlns:a16="http://schemas.microsoft.com/office/drawing/2014/main" id="{5A8BD743-A65C-4C62-4D7A-C9BBB3F21FC7}"/>
                  </a:ext>
                </a:extLst>
              </p:cNvPr>
              <p:cNvSpPr/>
              <p:nvPr/>
            </p:nvSpPr>
            <p:spPr>
              <a:xfrm>
                <a:off x="105156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59" name="Shape 3">
                <a:extLst>
                  <a:ext uri="{FF2B5EF4-FFF2-40B4-BE49-F238E27FC236}">
                    <a16:creationId xmlns:a16="http://schemas.microsoft.com/office/drawing/2014/main" id="{73CA0FF8-7973-579D-89A9-4359FE40290D}"/>
                  </a:ext>
                </a:extLst>
              </p:cNvPr>
              <p:cNvSpPr/>
              <p:nvPr/>
            </p:nvSpPr>
            <p:spPr>
              <a:xfrm>
                <a:off x="155448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60" name="Shape 4">
                <a:extLst>
                  <a:ext uri="{FF2B5EF4-FFF2-40B4-BE49-F238E27FC236}">
                    <a16:creationId xmlns:a16="http://schemas.microsoft.com/office/drawing/2014/main" id="{99A698B6-EC53-D885-6B09-7B080D05D8A8}"/>
                  </a:ext>
                </a:extLst>
              </p:cNvPr>
              <p:cNvSpPr/>
              <p:nvPr/>
            </p:nvSpPr>
            <p:spPr>
              <a:xfrm>
                <a:off x="205740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61" name="Shape 5">
                <a:extLst>
                  <a:ext uri="{FF2B5EF4-FFF2-40B4-BE49-F238E27FC236}">
                    <a16:creationId xmlns:a16="http://schemas.microsoft.com/office/drawing/2014/main" id="{B4A5988D-8DA7-D4DD-26FD-07673136044D}"/>
                  </a:ext>
                </a:extLst>
              </p:cNvPr>
              <p:cNvSpPr/>
              <p:nvPr/>
            </p:nvSpPr>
            <p:spPr>
              <a:xfrm>
                <a:off x="256032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62" name="Shape 6">
                <a:extLst>
                  <a:ext uri="{FF2B5EF4-FFF2-40B4-BE49-F238E27FC236}">
                    <a16:creationId xmlns:a16="http://schemas.microsoft.com/office/drawing/2014/main" id="{5118A466-90CB-E652-2983-1F95B69A0096}"/>
                  </a:ext>
                </a:extLst>
              </p:cNvPr>
              <p:cNvSpPr/>
              <p:nvPr/>
            </p:nvSpPr>
            <p:spPr>
              <a:xfrm>
                <a:off x="3063240" y="12344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63" name="Shape 7">
                <a:extLst>
                  <a:ext uri="{FF2B5EF4-FFF2-40B4-BE49-F238E27FC236}">
                    <a16:creationId xmlns:a16="http://schemas.microsoft.com/office/drawing/2014/main" id="{578A18B9-0010-5FFD-7A95-8DE3C33196A5}"/>
                  </a:ext>
                </a:extLst>
              </p:cNvPr>
              <p:cNvSpPr/>
              <p:nvPr/>
            </p:nvSpPr>
            <p:spPr>
              <a:xfrm>
                <a:off x="548640" y="173736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64" name="Shape 8">
                <a:extLst>
                  <a:ext uri="{FF2B5EF4-FFF2-40B4-BE49-F238E27FC236}">
                    <a16:creationId xmlns:a16="http://schemas.microsoft.com/office/drawing/2014/main" id="{B71534C0-AD24-867B-503A-59EF71A97FD1}"/>
                  </a:ext>
                </a:extLst>
              </p:cNvPr>
              <p:cNvSpPr/>
              <p:nvPr/>
            </p:nvSpPr>
            <p:spPr>
              <a:xfrm>
                <a:off x="105156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65" name="Shape 9">
                <a:extLst>
                  <a:ext uri="{FF2B5EF4-FFF2-40B4-BE49-F238E27FC236}">
                    <a16:creationId xmlns:a16="http://schemas.microsoft.com/office/drawing/2014/main" id="{2E581FAE-EB19-9B3F-0448-CA3342E31E21}"/>
                  </a:ext>
                </a:extLst>
              </p:cNvPr>
              <p:cNvSpPr/>
              <p:nvPr/>
            </p:nvSpPr>
            <p:spPr>
              <a:xfrm>
                <a:off x="155448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66" name="Shape 10">
                <a:extLst>
                  <a:ext uri="{FF2B5EF4-FFF2-40B4-BE49-F238E27FC236}">
                    <a16:creationId xmlns:a16="http://schemas.microsoft.com/office/drawing/2014/main" id="{75305453-560F-2F79-801B-84187543274B}"/>
                  </a:ext>
                </a:extLst>
              </p:cNvPr>
              <p:cNvSpPr/>
              <p:nvPr/>
            </p:nvSpPr>
            <p:spPr>
              <a:xfrm>
                <a:off x="205740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67" name="Shape 11">
                <a:extLst>
                  <a:ext uri="{FF2B5EF4-FFF2-40B4-BE49-F238E27FC236}">
                    <a16:creationId xmlns:a16="http://schemas.microsoft.com/office/drawing/2014/main" id="{A23EF86A-6D20-48C4-E8A5-E65F76B192E3}"/>
                  </a:ext>
                </a:extLst>
              </p:cNvPr>
              <p:cNvSpPr/>
              <p:nvPr/>
            </p:nvSpPr>
            <p:spPr>
              <a:xfrm>
                <a:off x="256032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68" name="Shape 12">
                <a:extLst>
                  <a:ext uri="{FF2B5EF4-FFF2-40B4-BE49-F238E27FC236}">
                    <a16:creationId xmlns:a16="http://schemas.microsoft.com/office/drawing/2014/main" id="{BFF0CED0-1E6F-9B4F-2D9F-BD9348FD9BF2}"/>
                  </a:ext>
                </a:extLst>
              </p:cNvPr>
              <p:cNvSpPr/>
              <p:nvPr/>
            </p:nvSpPr>
            <p:spPr>
              <a:xfrm>
                <a:off x="3063240" y="173736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69" name="Shape 13">
                <a:extLst>
                  <a:ext uri="{FF2B5EF4-FFF2-40B4-BE49-F238E27FC236}">
                    <a16:creationId xmlns:a16="http://schemas.microsoft.com/office/drawing/2014/main" id="{104A50B4-8F01-211E-F32D-9A91E0318D8A}"/>
                  </a:ext>
                </a:extLst>
              </p:cNvPr>
              <p:cNvSpPr/>
              <p:nvPr/>
            </p:nvSpPr>
            <p:spPr>
              <a:xfrm>
                <a:off x="548640" y="224028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70" name="Shape 14">
                <a:extLst>
                  <a:ext uri="{FF2B5EF4-FFF2-40B4-BE49-F238E27FC236}">
                    <a16:creationId xmlns:a16="http://schemas.microsoft.com/office/drawing/2014/main" id="{5CB39928-12F9-3FA1-799C-E3B0AE552294}"/>
                  </a:ext>
                </a:extLst>
              </p:cNvPr>
              <p:cNvSpPr/>
              <p:nvPr/>
            </p:nvSpPr>
            <p:spPr>
              <a:xfrm>
                <a:off x="105156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71" name="Shape 15">
                <a:extLst>
                  <a:ext uri="{FF2B5EF4-FFF2-40B4-BE49-F238E27FC236}">
                    <a16:creationId xmlns:a16="http://schemas.microsoft.com/office/drawing/2014/main" id="{D228BF2E-9FFD-9B48-1864-075099003C20}"/>
                  </a:ext>
                </a:extLst>
              </p:cNvPr>
              <p:cNvSpPr/>
              <p:nvPr/>
            </p:nvSpPr>
            <p:spPr>
              <a:xfrm>
                <a:off x="155448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 dirty="0"/>
              </a:p>
            </p:txBody>
          </p:sp>
          <p:sp>
            <p:nvSpPr>
              <p:cNvPr id="172" name="Shape 16">
                <a:extLst>
                  <a:ext uri="{FF2B5EF4-FFF2-40B4-BE49-F238E27FC236}">
                    <a16:creationId xmlns:a16="http://schemas.microsoft.com/office/drawing/2014/main" id="{5A219D2E-3EB8-5B45-6D8D-F1DA72818865}"/>
                  </a:ext>
                </a:extLst>
              </p:cNvPr>
              <p:cNvSpPr/>
              <p:nvPr/>
            </p:nvSpPr>
            <p:spPr>
              <a:xfrm>
                <a:off x="205740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 dirty="0"/>
              </a:p>
            </p:txBody>
          </p:sp>
          <p:sp>
            <p:nvSpPr>
              <p:cNvPr id="173" name="Shape 17">
                <a:extLst>
                  <a:ext uri="{FF2B5EF4-FFF2-40B4-BE49-F238E27FC236}">
                    <a16:creationId xmlns:a16="http://schemas.microsoft.com/office/drawing/2014/main" id="{FDD55FFD-0815-CDF1-716B-AE9F2827679C}"/>
                  </a:ext>
                </a:extLst>
              </p:cNvPr>
              <p:cNvSpPr/>
              <p:nvPr/>
            </p:nvSpPr>
            <p:spPr>
              <a:xfrm>
                <a:off x="256032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 dirty="0"/>
              </a:p>
            </p:txBody>
          </p:sp>
          <p:sp>
            <p:nvSpPr>
              <p:cNvPr id="174" name="Shape 18">
                <a:extLst>
                  <a:ext uri="{FF2B5EF4-FFF2-40B4-BE49-F238E27FC236}">
                    <a16:creationId xmlns:a16="http://schemas.microsoft.com/office/drawing/2014/main" id="{CDCAEECB-4FD2-570D-E551-DEDCF00FD4FA}"/>
                  </a:ext>
                </a:extLst>
              </p:cNvPr>
              <p:cNvSpPr/>
              <p:nvPr/>
            </p:nvSpPr>
            <p:spPr>
              <a:xfrm>
                <a:off x="3063240" y="224028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75" name="Shape 19">
                <a:extLst>
                  <a:ext uri="{FF2B5EF4-FFF2-40B4-BE49-F238E27FC236}">
                    <a16:creationId xmlns:a16="http://schemas.microsoft.com/office/drawing/2014/main" id="{8BB37B89-803D-2D58-A877-026BF0D88A91}"/>
                  </a:ext>
                </a:extLst>
              </p:cNvPr>
              <p:cNvSpPr/>
              <p:nvPr/>
            </p:nvSpPr>
            <p:spPr>
              <a:xfrm>
                <a:off x="548640" y="274320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76" name="Shape 20">
                <a:extLst>
                  <a:ext uri="{FF2B5EF4-FFF2-40B4-BE49-F238E27FC236}">
                    <a16:creationId xmlns:a16="http://schemas.microsoft.com/office/drawing/2014/main" id="{D55F24E9-81B3-5229-4C8F-FF94CD7293E4}"/>
                  </a:ext>
                </a:extLst>
              </p:cNvPr>
              <p:cNvSpPr/>
              <p:nvPr/>
            </p:nvSpPr>
            <p:spPr>
              <a:xfrm>
                <a:off x="105156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77" name="Shape 21">
                <a:extLst>
                  <a:ext uri="{FF2B5EF4-FFF2-40B4-BE49-F238E27FC236}">
                    <a16:creationId xmlns:a16="http://schemas.microsoft.com/office/drawing/2014/main" id="{1E898B36-CFE0-8CC9-947F-C766F54D2AAC}"/>
                  </a:ext>
                </a:extLst>
              </p:cNvPr>
              <p:cNvSpPr/>
              <p:nvPr/>
            </p:nvSpPr>
            <p:spPr>
              <a:xfrm>
                <a:off x="155448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78" name="Shape 22">
                <a:extLst>
                  <a:ext uri="{FF2B5EF4-FFF2-40B4-BE49-F238E27FC236}">
                    <a16:creationId xmlns:a16="http://schemas.microsoft.com/office/drawing/2014/main" id="{53A18EB5-0DAF-094B-D8DE-7088D51F941F}"/>
                  </a:ext>
                </a:extLst>
              </p:cNvPr>
              <p:cNvSpPr/>
              <p:nvPr/>
            </p:nvSpPr>
            <p:spPr>
              <a:xfrm>
                <a:off x="205740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79" name="Shape 23">
                <a:extLst>
                  <a:ext uri="{FF2B5EF4-FFF2-40B4-BE49-F238E27FC236}">
                    <a16:creationId xmlns:a16="http://schemas.microsoft.com/office/drawing/2014/main" id="{D1A1E93F-11AA-1DAB-524A-0E4C9AB5F08F}"/>
                  </a:ext>
                </a:extLst>
              </p:cNvPr>
              <p:cNvSpPr/>
              <p:nvPr/>
            </p:nvSpPr>
            <p:spPr>
              <a:xfrm>
                <a:off x="256032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80" name="Shape 24">
                <a:extLst>
                  <a:ext uri="{FF2B5EF4-FFF2-40B4-BE49-F238E27FC236}">
                    <a16:creationId xmlns:a16="http://schemas.microsoft.com/office/drawing/2014/main" id="{C6A12B20-C2F5-DBCD-701B-F74444D7BC6D}"/>
                  </a:ext>
                </a:extLst>
              </p:cNvPr>
              <p:cNvSpPr/>
              <p:nvPr/>
            </p:nvSpPr>
            <p:spPr>
              <a:xfrm>
                <a:off x="3063240" y="2743200"/>
                <a:ext cx="502920" cy="502920"/>
              </a:xfrm>
              <a:prstGeom prst="rect">
                <a:avLst/>
              </a:prstGeom>
              <a:solidFill>
                <a:srgbClr val="E2E9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>
                  <a:solidFill>
                    <a:schemeClr val="bg2"/>
                  </a:solidFill>
                </a:endParaRPr>
              </a:p>
            </p:txBody>
          </p:sp>
          <p:sp>
            <p:nvSpPr>
              <p:cNvPr id="181" name="Shape 25">
                <a:extLst>
                  <a:ext uri="{FF2B5EF4-FFF2-40B4-BE49-F238E27FC236}">
                    <a16:creationId xmlns:a16="http://schemas.microsoft.com/office/drawing/2014/main" id="{81EEE1F2-39EE-2F11-E132-EEF6086872E4}"/>
                  </a:ext>
                </a:extLst>
              </p:cNvPr>
              <p:cNvSpPr/>
              <p:nvPr/>
            </p:nvSpPr>
            <p:spPr>
              <a:xfrm>
                <a:off x="54864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2" name="Shape 26">
                <a:extLst>
                  <a:ext uri="{FF2B5EF4-FFF2-40B4-BE49-F238E27FC236}">
                    <a16:creationId xmlns:a16="http://schemas.microsoft.com/office/drawing/2014/main" id="{34658A0C-6A91-9829-EDC1-9CB24F6A8316}"/>
                  </a:ext>
                </a:extLst>
              </p:cNvPr>
              <p:cNvSpPr/>
              <p:nvPr/>
            </p:nvSpPr>
            <p:spPr>
              <a:xfrm>
                <a:off x="105156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3" name="Shape 27">
                <a:extLst>
                  <a:ext uri="{FF2B5EF4-FFF2-40B4-BE49-F238E27FC236}">
                    <a16:creationId xmlns:a16="http://schemas.microsoft.com/office/drawing/2014/main" id="{46F382A9-167E-38DA-7CD9-68A52595AACA}"/>
                  </a:ext>
                </a:extLst>
              </p:cNvPr>
              <p:cNvSpPr/>
              <p:nvPr/>
            </p:nvSpPr>
            <p:spPr>
              <a:xfrm>
                <a:off x="155448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4" name="Shape 28">
                <a:extLst>
                  <a:ext uri="{FF2B5EF4-FFF2-40B4-BE49-F238E27FC236}">
                    <a16:creationId xmlns:a16="http://schemas.microsoft.com/office/drawing/2014/main" id="{480B8B23-111F-9954-885B-62D4FEC61078}"/>
                  </a:ext>
                </a:extLst>
              </p:cNvPr>
              <p:cNvSpPr/>
              <p:nvPr/>
            </p:nvSpPr>
            <p:spPr>
              <a:xfrm>
                <a:off x="205740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5" name="Shape 29">
                <a:extLst>
                  <a:ext uri="{FF2B5EF4-FFF2-40B4-BE49-F238E27FC236}">
                    <a16:creationId xmlns:a16="http://schemas.microsoft.com/office/drawing/2014/main" id="{C27B0F03-8D8A-CA1B-3E7D-3D676DDDE26C}"/>
                  </a:ext>
                </a:extLst>
              </p:cNvPr>
              <p:cNvSpPr/>
              <p:nvPr/>
            </p:nvSpPr>
            <p:spPr>
              <a:xfrm>
                <a:off x="256032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6" name="Shape 30">
                <a:extLst>
                  <a:ext uri="{FF2B5EF4-FFF2-40B4-BE49-F238E27FC236}">
                    <a16:creationId xmlns:a16="http://schemas.microsoft.com/office/drawing/2014/main" id="{B94CA1FD-D683-C420-1227-83C2D1B26C6D}"/>
                  </a:ext>
                </a:extLst>
              </p:cNvPr>
              <p:cNvSpPr/>
              <p:nvPr/>
            </p:nvSpPr>
            <p:spPr>
              <a:xfrm>
                <a:off x="3063240" y="324612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7" name="Shape 31">
                <a:extLst>
                  <a:ext uri="{FF2B5EF4-FFF2-40B4-BE49-F238E27FC236}">
                    <a16:creationId xmlns:a16="http://schemas.microsoft.com/office/drawing/2014/main" id="{BD7C2FE3-8DE3-BD1A-3577-29AC996DD2E3}"/>
                  </a:ext>
                </a:extLst>
              </p:cNvPr>
              <p:cNvSpPr/>
              <p:nvPr/>
            </p:nvSpPr>
            <p:spPr>
              <a:xfrm>
                <a:off x="54864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8" name="Shape 32">
                <a:extLst>
                  <a:ext uri="{FF2B5EF4-FFF2-40B4-BE49-F238E27FC236}">
                    <a16:creationId xmlns:a16="http://schemas.microsoft.com/office/drawing/2014/main" id="{DB416257-7E24-305F-DCA5-AD3D74E46803}"/>
                  </a:ext>
                </a:extLst>
              </p:cNvPr>
              <p:cNvSpPr/>
              <p:nvPr/>
            </p:nvSpPr>
            <p:spPr>
              <a:xfrm>
                <a:off x="105156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89" name="Shape 33">
                <a:extLst>
                  <a:ext uri="{FF2B5EF4-FFF2-40B4-BE49-F238E27FC236}">
                    <a16:creationId xmlns:a16="http://schemas.microsoft.com/office/drawing/2014/main" id="{10E67311-CED3-6141-883B-65A1335EFCBB}"/>
                  </a:ext>
                </a:extLst>
              </p:cNvPr>
              <p:cNvSpPr/>
              <p:nvPr/>
            </p:nvSpPr>
            <p:spPr>
              <a:xfrm>
                <a:off x="155448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90" name="Shape 34">
                <a:extLst>
                  <a:ext uri="{FF2B5EF4-FFF2-40B4-BE49-F238E27FC236}">
                    <a16:creationId xmlns:a16="http://schemas.microsoft.com/office/drawing/2014/main" id="{B3528375-090E-038B-4870-82F1072B3560}"/>
                  </a:ext>
                </a:extLst>
              </p:cNvPr>
              <p:cNvSpPr/>
              <p:nvPr/>
            </p:nvSpPr>
            <p:spPr>
              <a:xfrm>
                <a:off x="205740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91" name="Shape 36">
                <a:extLst>
                  <a:ext uri="{FF2B5EF4-FFF2-40B4-BE49-F238E27FC236}">
                    <a16:creationId xmlns:a16="http://schemas.microsoft.com/office/drawing/2014/main" id="{F8260050-04D6-65F6-A639-27A4E820A639}"/>
                  </a:ext>
                </a:extLst>
              </p:cNvPr>
              <p:cNvSpPr/>
              <p:nvPr/>
            </p:nvSpPr>
            <p:spPr>
              <a:xfrm>
                <a:off x="3063240" y="3749040"/>
                <a:ext cx="502920" cy="502920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192" name="Text 37">
                <a:extLst>
                  <a:ext uri="{FF2B5EF4-FFF2-40B4-BE49-F238E27FC236}">
                    <a16:creationId xmlns:a16="http://schemas.microsoft.com/office/drawing/2014/main" id="{E97B664D-23A2-9891-6762-D2E26BF88B5C}"/>
                  </a:ext>
                </a:extLst>
              </p:cNvPr>
              <p:cNvSpPr txBox="1"/>
              <p:nvPr/>
            </p:nvSpPr>
            <p:spPr>
              <a:xfrm>
                <a:off x="548640" y="4343400"/>
                <a:ext cx="31089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 err="1">
                    <a:solidFill>
                      <a:srgbClr val="64748B"/>
                    </a:solidFill>
                  </a:rPr>
                  <a:t>hidden_player_board</a:t>
                </a:r>
                <a:endParaRPr lang="en-US" sz="1100" dirty="0"/>
              </a:p>
            </p:txBody>
          </p:sp>
        </p:grpSp>
      </p:grpSp>
      <p:sp>
        <p:nvSpPr>
          <p:cNvPr id="232" name="CuadroTexto 231">
            <a:extLst>
              <a:ext uri="{FF2B5EF4-FFF2-40B4-BE49-F238E27FC236}">
                <a16:creationId xmlns:a16="http://schemas.microsoft.com/office/drawing/2014/main" id="{2EC6CB7B-363E-DA29-4F9F-AFC22977BD02}"/>
              </a:ext>
            </a:extLst>
          </p:cNvPr>
          <p:cNvSpPr txBox="1"/>
          <p:nvPr/>
        </p:nvSpPr>
        <p:spPr>
          <a:xfrm>
            <a:off x="3250312" y="1555391"/>
            <a:ext cx="22689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⛵  ⛵  ⛵</a:t>
            </a:r>
            <a:endParaRPr lang="es-419" sz="1100" dirty="0"/>
          </a:p>
        </p:txBody>
      </p:sp>
      <p:sp>
        <p:nvSpPr>
          <p:cNvPr id="233" name="Text 37">
            <a:extLst>
              <a:ext uri="{FF2B5EF4-FFF2-40B4-BE49-F238E27FC236}">
                <a16:creationId xmlns:a16="http://schemas.microsoft.com/office/drawing/2014/main" id="{9735B66F-54E0-C32A-9D2F-16CA5004A2CD}"/>
              </a:ext>
            </a:extLst>
          </p:cNvPr>
          <p:cNvSpPr txBox="1"/>
          <p:nvPr/>
        </p:nvSpPr>
        <p:spPr>
          <a:xfrm>
            <a:off x="3119426" y="4771176"/>
            <a:ext cx="1532286" cy="17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Player POV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5CEA3-A239-2B31-F492-53F67295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B5F308-AAA3-01C0-F057-FE148B8D92E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98813" y="-7560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utils.py · shoot</a:t>
            </a:r>
            <a:endParaRPr lang="en-US" sz="1800" dirty="0"/>
          </a:p>
        </p:txBody>
      </p:sp>
      <p:sp>
        <p:nvSpPr>
          <p:cNvPr id="19" name="code shoot">
            <a:extLst>
              <a:ext uri="{FF2B5EF4-FFF2-40B4-BE49-F238E27FC236}">
                <a16:creationId xmlns:a16="http://schemas.microsoft.com/office/drawing/2014/main" id="{30584510-3162-A54C-3D5F-D00B409F0757}"/>
              </a:ext>
            </a:extLst>
          </p:cNvPr>
          <p:cNvSpPr/>
          <p:nvPr/>
        </p:nvSpPr>
        <p:spPr>
          <a:xfrm>
            <a:off x="1926769" y="576093"/>
            <a:ext cx="6674619" cy="4300131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03BBD3E-0C64-2C2B-F4FE-A3BA7F3BA342}"/>
              </a:ext>
            </a:extLst>
          </p:cNvPr>
          <p:cNvSpPr/>
          <p:nvPr/>
        </p:nvSpPr>
        <p:spPr>
          <a:xfrm>
            <a:off x="2124552" y="65773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093EB8F-ADF0-8E23-E1E0-14E5C4C4054E}"/>
              </a:ext>
            </a:extLst>
          </p:cNvPr>
          <p:cNvSpPr/>
          <p:nvPr/>
        </p:nvSpPr>
        <p:spPr>
          <a:xfrm>
            <a:off x="2280000" y="65773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4AF7C69-053D-FCAC-1C5A-5AAF95DFFAFF}"/>
              </a:ext>
            </a:extLst>
          </p:cNvPr>
          <p:cNvSpPr/>
          <p:nvPr/>
        </p:nvSpPr>
        <p:spPr>
          <a:xfrm>
            <a:off x="2435448" y="65773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640198A-8848-9DBC-968E-BAEC222C5DA9}"/>
              </a:ext>
            </a:extLst>
          </p:cNvPr>
          <p:cNvSpPr txBox="1"/>
          <p:nvPr/>
        </p:nvSpPr>
        <p:spPr>
          <a:xfrm>
            <a:off x="2637025" y="589151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shoot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F2CE036-CC76-2F0D-8DDE-E2460466D476}"/>
              </a:ext>
            </a:extLst>
          </p:cNvPr>
          <p:cNvSpPr txBox="1"/>
          <p:nvPr/>
        </p:nvSpPr>
        <p:spPr>
          <a:xfrm>
            <a:off x="2069960" y="657731"/>
            <a:ext cx="6531428" cy="430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shoot(board,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fleet_list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=None):</a:t>
            </a:r>
          </a:p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box is </a:t>
            </a: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try: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row = int(input("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Escoge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fila del 0 al 9:"))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0 &lt;= row &lt;= 9: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else: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("⚠️ ERROR ⚠️ 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Introducir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 0 al 9")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except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("⚠️ ERROR ⚠️ 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Introducir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 0 al 9")</a:t>
            </a:r>
          </a:p>
          <a:p>
            <a:pPr lvl="1"/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try: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column = int(input("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Escoge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columna del 0 al 9:"))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0 &lt;= column &lt;= 9: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break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else: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print("⚠️ ERROR ⚠️ 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Introducir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 0 al 9")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except: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lvl="1"/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print("⚠️ ERROR ⚠️ 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Introducir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 0 al 9")</a:t>
            </a:r>
          </a:p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 = (row, column 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row, column = box </a:t>
            </a:r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6D9B47E-23BE-F2EA-CEB9-CE90832F99C8}"/>
              </a:ext>
            </a:extLst>
          </p:cNvPr>
          <p:cNvSpPr/>
          <p:nvPr/>
        </p:nvSpPr>
        <p:spPr>
          <a:xfrm>
            <a:off x="215587" y="617381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7B91C4C-4D66-3075-2B93-7E801FE98C94}"/>
              </a:ext>
            </a:extLst>
          </p:cNvPr>
          <p:cNvSpPr txBox="1"/>
          <p:nvPr/>
        </p:nvSpPr>
        <p:spPr>
          <a:xfrm>
            <a:off x="215587" y="58209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9E5D697-1FFD-B9A5-23A6-8DA905B3C0E5}"/>
              </a:ext>
            </a:extLst>
          </p:cNvPr>
          <p:cNvSpPr txBox="1"/>
          <p:nvPr/>
        </p:nvSpPr>
        <p:spPr>
          <a:xfrm>
            <a:off x="205539" y="11316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93B"/>
                </a:solidFill>
              </a:rPr>
              <a:t>Coordenadas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3CC12D3-472D-7470-AC2B-9B3616F11CE1}"/>
              </a:ext>
            </a:extLst>
          </p:cNvPr>
          <p:cNvSpPr txBox="1"/>
          <p:nvPr/>
        </p:nvSpPr>
        <p:spPr>
          <a:xfrm>
            <a:off x="205539" y="1522287"/>
            <a:ext cx="1920240" cy="248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Input (0 al 9)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64748B"/>
                </a:solidFill>
              </a:rPr>
              <a:t>Fila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64748B"/>
                </a:solidFill>
              </a:rPr>
              <a:t>Columna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8852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9AAF-256D-4B16-5C46-29A43B1A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9">
            <a:extLst>
              <a:ext uri="{FF2B5EF4-FFF2-40B4-BE49-F238E27FC236}">
                <a16:creationId xmlns:a16="http://schemas.microsoft.com/office/drawing/2014/main" id="{E5D92E70-F25A-7DBC-1465-834565DABC98}"/>
              </a:ext>
            </a:extLst>
          </p:cNvPr>
          <p:cNvSpPr/>
          <p:nvPr/>
        </p:nvSpPr>
        <p:spPr>
          <a:xfrm>
            <a:off x="266131" y="1896116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BCE3B58-BE25-18D2-1F4D-A2EC0034011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98813" y="-7560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utils.py · shoot</a:t>
            </a:r>
            <a:endParaRPr lang="en-US" sz="1800" dirty="0"/>
          </a:p>
        </p:txBody>
      </p:sp>
      <p:sp>
        <p:nvSpPr>
          <p:cNvPr id="19" name="code shoot">
            <a:extLst>
              <a:ext uri="{FF2B5EF4-FFF2-40B4-BE49-F238E27FC236}">
                <a16:creationId xmlns:a16="http://schemas.microsoft.com/office/drawing/2014/main" id="{71B9B06C-9784-C42A-DF36-471FB3FE516F}"/>
              </a:ext>
            </a:extLst>
          </p:cNvPr>
          <p:cNvSpPr/>
          <p:nvPr/>
        </p:nvSpPr>
        <p:spPr>
          <a:xfrm>
            <a:off x="1926769" y="576093"/>
            <a:ext cx="6674619" cy="4300131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BC7AA6D-0473-A85E-B78C-8660BB0B4550}"/>
              </a:ext>
            </a:extLst>
          </p:cNvPr>
          <p:cNvSpPr/>
          <p:nvPr/>
        </p:nvSpPr>
        <p:spPr>
          <a:xfrm>
            <a:off x="2124552" y="65773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63FD7B0-FB1D-5B85-012F-B6AA2416CB5E}"/>
              </a:ext>
            </a:extLst>
          </p:cNvPr>
          <p:cNvSpPr/>
          <p:nvPr/>
        </p:nvSpPr>
        <p:spPr>
          <a:xfrm>
            <a:off x="2280000" y="65773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7BAE7A2-279B-C41B-B63D-F04A782A0CC0}"/>
              </a:ext>
            </a:extLst>
          </p:cNvPr>
          <p:cNvSpPr/>
          <p:nvPr/>
        </p:nvSpPr>
        <p:spPr>
          <a:xfrm>
            <a:off x="2435448" y="65773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1F7910E-C720-B9C3-A2B1-638245F31AC5}"/>
              </a:ext>
            </a:extLst>
          </p:cNvPr>
          <p:cNvSpPr txBox="1"/>
          <p:nvPr/>
        </p:nvSpPr>
        <p:spPr>
          <a:xfrm>
            <a:off x="2637025" y="589151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shoot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E5214D6-2293-3672-912E-528D1FBFDE73}"/>
              </a:ext>
            </a:extLst>
          </p:cNvPr>
          <p:cNvSpPr txBox="1"/>
          <p:nvPr/>
        </p:nvSpPr>
        <p:spPr>
          <a:xfrm>
            <a:off x="2069960" y="657731"/>
            <a:ext cx="6531428" cy="430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board[row, column] == '⛵':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board[row, column] = '❎'</a:t>
            </a:r>
          </a:p>
          <a:p>
            <a:endParaRPr lang="en-US" sz="105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shipwreck = True</a:t>
            </a:r>
          </a:p>
          <a:p>
            <a:endParaRPr lang="en-US" sz="105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ship in 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fleet_list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(row, column) in ship: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row_ship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column_ship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ship: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0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board[</a:t>
            </a:r>
            <a:r>
              <a:rPr lang="en-US" sz="1050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row_ship</a:t>
            </a:r>
            <a:r>
              <a:rPr lang="en-US" sz="10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column_ship</a:t>
            </a:r>
            <a:r>
              <a:rPr lang="en-US" sz="10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'⛵':</a:t>
            </a:r>
          </a:p>
          <a:p>
            <a:r>
              <a:rPr lang="en-US" sz="10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shipwreck = False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break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shipwreck: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 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row_ship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column_ship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ship: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board[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row_ship,column_ship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'💀'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</a:t>
            </a:r>
          </a:p>
          <a:p>
            <a:endParaRPr lang="en-US" sz="105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r>
              <a:rPr lang="en-US" sz="10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shipwreck == False: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(f"\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nDisparo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 ({row}, {column}): </a:t>
            </a:r>
            <a:r>
              <a:rPr lang="en-US" sz="10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TOCADO 💣˖✷")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</a:p>
          <a:p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(f"\</a:t>
            </a:r>
            <a:r>
              <a:rPr lang="en-US" sz="10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nDisparo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 ({row}, {column}): 💥 TOCADO Y HUNDIDO!!!")</a:t>
            </a:r>
          </a:p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19CAF34-3E9F-E6CB-EA8D-FE2792358458}"/>
              </a:ext>
            </a:extLst>
          </p:cNvPr>
          <p:cNvSpPr/>
          <p:nvPr/>
        </p:nvSpPr>
        <p:spPr>
          <a:xfrm>
            <a:off x="215587" y="617381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C763A01-3CF8-4F54-8948-C2B0CCE18D48}"/>
              </a:ext>
            </a:extLst>
          </p:cNvPr>
          <p:cNvSpPr txBox="1"/>
          <p:nvPr/>
        </p:nvSpPr>
        <p:spPr>
          <a:xfrm>
            <a:off x="215587" y="58209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C3F49B-B852-1D54-FEE8-333F65802E8F}"/>
              </a:ext>
            </a:extLst>
          </p:cNvPr>
          <p:cNvSpPr txBox="1"/>
          <p:nvPr/>
        </p:nvSpPr>
        <p:spPr>
          <a:xfrm>
            <a:off x="205539" y="11316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¿Hay ⛵?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6D4378-E5DB-586A-0336-8D9AA85722B7}"/>
              </a:ext>
            </a:extLst>
          </p:cNvPr>
          <p:cNvSpPr txBox="1"/>
          <p:nvPr/>
        </p:nvSpPr>
        <p:spPr>
          <a:xfrm>
            <a:off x="205539" y="1522287"/>
            <a:ext cx="1920240" cy="248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Pasa a ❎ (tocado)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88A61EC-9C08-B77A-4230-FAC4550CE215}"/>
              </a:ext>
            </a:extLst>
          </p:cNvPr>
          <p:cNvSpPr txBox="1"/>
          <p:nvPr/>
        </p:nvSpPr>
        <p:spPr>
          <a:xfrm>
            <a:off x="259400" y="1884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D3B7DCC-251C-B2C1-0439-C88016715C9A}"/>
              </a:ext>
            </a:extLst>
          </p:cNvPr>
          <p:cNvSpPr txBox="1"/>
          <p:nvPr/>
        </p:nvSpPr>
        <p:spPr>
          <a:xfrm>
            <a:off x="205539" y="23075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¿Hundido?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7E6FA0F-9824-EC60-E54E-EA22BDB861C4}"/>
              </a:ext>
            </a:extLst>
          </p:cNvPr>
          <p:cNvSpPr txBox="1"/>
          <p:nvPr/>
        </p:nvSpPr>
        <p:spPr>
          <a:xfrm>
            <a:off x="205539" y="2650789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Si no </a:t>
            </a:r>
            <a:r>
              <a:rPr lang="en-US" sz="1400" dirty="0" err="1">
                <a:solidFill>
                  <a:srgbClr val="64748B"/>
                </a:solidFill>
              </a:rPr>
              <a:t>quedan</a:t>
            </a:r>
            <a:r>
              <a:rPr lang="en-US" sz="1400" dirty="0">
                <a:solidFill>
                  <a:srgbClr val="64748B"/>
                </a:solidFill>
              </a:rPr>
              <a:t> ⛵, 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</a:rPr>
              <a:t>todo</a:t>
            </a:r>
            <a:r>
              <a:rPr lang="en-US" sz="1400" dirty="0">
                <a:solidFill>
                  <a:srgbClr val="64748B"/>
                </a:solidFill>
              </a:rPr>
              <a:t> el barco pasa a 💀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2843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5C2F-3B0A-8319-D2F6-19C06EF0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9">
            <a:extLst>
              <a:ext uri="{FF2B5EF4-FFF2-40B4-BE49-F238E27FC236}">
                <a16:creationId xmlns:a16="http://schemas.microsoft.com/office/drawing/2014/main" id="{C65AF3CF-D0A2-81BB-585A-A986F1A3ED9F}"/>
              </a:ext>
            </a:extLst>
          </p:cNvPr>
          <p:cNvSpPr/>
          <p:nvPr/>
        </p:nvSpPr>
        <p:spPr>
          <a:xfrm>
            <a:off x="266131" y="1896116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397D72C-11D5-832F-5FB8-D0E7621F2F4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98813" y="-7560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utils.py · shoot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EAED010-7762-6826-44A2-F48BF0F1598B}"/>
              </a:ext>
            </a:extLst>
          </p:cNvPr>
          <p:cNvSpPr txBox="1"/>
          <p:nvPr/>
        </p:nvSpPr>
        <p:spPr>
          <a:xfrm>
            <a:off x="2637025" y="589151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shoot</a:t>
            </a:r>
            <a:endParaRPr lang="en-US" sz="10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F678487C-3BC7-1086-4625-82490E84F4B1}"/>
              </a:ext>
            </a:extLst>
          </p:cNvPr>
          <p:cNvGrpSpPr/>
          <p:nvPr/>
        </p:nvGrpSpPr>
        <p:grpSpPr>
          <a:xfrm>
            <a:off x="1926769" y="576094"/>
            <a:ext cx="6674619" cy="2208050"/>
            <a:chOff x="1926769" y="576094"/>
            <a:chExt cx="6674619" cy="2208050"/>
          </a:xfrm>
        </p:grpSpPr>
        <p:sp>
          <p:nvSpPr>
            <p:cNvPr id="19" name="code shoot">
              <a:extLst>
                <a:ext uri="{FF2B5EF4-FFF2-40B4-BE49-F238E27FC236}">
                  <a16:creationId xmlns:a16="http://schemas.microsoft.com/office/drawing/2014/main" id="{429807FB-72D1-D535-E3CB-02B8028E69E8}"/>
                </a:ext>
              </a:extLst>
            </p:cNvPr>
            <p:cNvSpPr/>
            <p:nvPr/>
          </p:nvSpPr>
          <p:spPr>
            <a:xfrm>
              <a:off x="1926769" y="576094"/>
              <a:ext cx="6674619" cy="220805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78AE5350-A91B-25FF-680A-2CFBF094913F}"/>
                </a:ext>
              </a:extLst>
            </p:cNvPr>
            <p:cNvSpPr/>
            <p:nvPr/>
          </p:nvSpPr>
          <p:spPr>
            <a:xfrm>
              <a:off x="2124552" y="657730"/>
              <a:ext cx="91440" cy="914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FC59289E-E6DD-EF3E-CB07-37D79802E06E}"/>
                </a:ext>
              </a:extLst>
            </p:cNvPr>
            <p:cNvSpPr/>
            <p:nvPr/>
          </p:nvSpPr>
          <p:spPr>
            <a:xfrm>
              <a:off x="2280000" y="657730"/>
              <a:ext cx="91440" cy="91440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346BEF69-2A0D-AA5F-7102-C8EA556B27E8}"/>
                </a:ext>
              </a:extLst>
            </p:cNvPr>
            <p:cNvSpPr/>
            <p:nvPr/>
          </p:nvSpPr>
          <p:spPr>
            <a:xfrm>
              <a:off x="2435448" y="657730"/>
              <a:ext cx="91440" cy="914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10F59772-B01E-1240-43B0-179EC0955A70}"/>
                </a:ext>
              </a:extLst>
            </p:cNvPr>
            <p:cNvSpPr txBox="1"/>
            <p:nvPr/>
          </p:nvSpPr>
          <p:spPr>
            <a:xfrm>
              <a:off x="2069960" y="657731"/>
              <a:ext cx="6531428" cy="1969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endPara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  <a:p>
              <a:endPara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  <a:p>
              <a:r>
                <a:rPr lang="en-US" sz="10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elif</a:t>
              </a:r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board[row, column] in ('⬜', '⬛'):</a:t>
              </a:r>
            </a:p>
            <a:p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board[row, column] = '💧'</a:t>
              </a:r>
            </a:p>
            <a:p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</a:t>
              </a:r>
              <a:r>
                <a:rPr lang="en-US" sz="10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slowprint</a:t>
              </a:r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(f"\</a:t>
              </a:r>
              <a:r>
                <a:rPr lang="en-US" sz="10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nDisparo</a:t>
              </a:r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en ({row}, {column}): AGUA ⋆｡ﾟ🌊｡")</a:t>
              </a:r>
            </a:p>
            <a:p>
              <a:endPara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  <a:p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else:</a:t>
              </a:r>
            </a:p>
            <a:p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</a:t>
              </a:r>
              <a:r>
                <a:rPr lang="en-US" sz="10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slowprint</a:t>
              </a:r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(f"\</a:t>
              </a:r>
              <a:r>
                <a:rPr lang="en-US" sz="10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nYa</a:t>
              </a:r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has </a:t>
              </a:r>
              <a:r>
                <a:rPr lang="en-US" sz="10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disparado</a:t>
              </a:r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en ({row}, {column})")</a:t>
              </a:r>
            </a:p>
            <a:p>
              <a:endPara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  <a:p>
              <a:r>
                <a:rPr lang="en-US" sz="10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return board</a:t>
              </a:r>
            </a:p>
            <a:p>
              <a:endParaRPr lang="en-US" sz="1000" dirty="0"/>
            </a:p>
          </p:txBody>
        </p:sp>
      </p:grpSp>
      <p:sp>
        <p:nvSpPr>
          <p:cNvPr id="7" name="Shape 5">
            <a:extLst>
              <a:ext uri="{FF2B5EF4-FFF2-40B4-BE49-F238E27FC236}">
                <a16:creationId xmlns:a16="http://schemas.microsoft.com/office/drawing/2014/main" id="{7854B106-7A41-48D4-2BBB-30BFFBD8AD40}"/>
              </a:ext>
            </a:extLst>
          </p:cNvPr>
          <p:cNvSpPr/>
          <p:nvPr/>
        </p:nvSpPr>
        <p:spPr>
          <a:xfrm>
            <a:off x="215587" y="617381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780A12-9A02-4C87-6449-76C62E16AF5F}"/>
              </a:ext>
            </a:extLst>
          </p:cNvPr>
          <p:cNvSpPr txBox="1"/>
          <p:nvPr/>
        </p:nvSpPr>
        <p:spPr>
          <a:xfrm>
            <a:off x="215587" y="58209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0551B5C-706A-E9E9-F9AD-5604CAD979BD}"/>
              </a:ext>
            </a:extLst>
          </p:cNvPr>
          <p:cNvSpPr txBox="1"/>
          <p:nvPr/>
        </p:nvSpPr>
        <p:spPr>
          <a:xfrm>
            <a:off x="205539" y="11316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Agua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3193467-2081-205E-EE16-6D809BD9497C}"/>
              </a:ext>
            </a:extLst>
          </p:cNvPr>
          <p:cNvSpPr txBox="1"/>
          <p:nvPr/>
        </p:nvSpPr>
        <p:spPr>
          <a:xfrm>
            <a:off x="205539" y="1522287"/>
            <a:ext cx="1920240" cy="248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4748B"/>
                </a:solidFill>
              </a:rPr>
              <a:t>⬜/⬛ </a:t>
            </a:r>
            <a:r>
              <a:rPr lang="en-US" sz="1400" dirty="0" err="1">
                <a:solidFill>
                  <a:srgbClr val="64748B"/>
                </a:solidFill>
              </a:rPr>
              <a:t>pasan</a:t>
            </a:r>
            <a:r>
              <a:rPr lang="en-US" sz="1400" dirty="0">
                <a:solidFill>
                  <a:srgbClr val="64748B"/>
                </a:solidFill>
              </a:rPr>
              <a:t> a 💧 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446329-7EDA-6181-8C34-AC50D8ECA561}"/>
              </a:ext>
            </a:extLst>
          </p:cNvPr>
          <p:cNvSpPr txBox="1"/>
          <p:nvPr/>
        </p:nvSpPr>
        <p:spPr>
          <a:xfrm>
            <a:off x="259400" y="1884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F13DB8B-56AA-F95E-7634-3ABB2C7C2CB0}"/>
              </a:ext>
            </a:extLst>
          </p:cNvPr>
          <p:cNvSpPr txBox="1"/>
          <p:nvPr/>
        </p:nvSpPr>
        <p:spPr>
          <a:xfrm>
            <a:off x="205539" y="23075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93B"/>
                </a:solidFill>
              </a:rPr>
              <a:t>Repetido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F4639A-BC4A-05FA-5CC9-15CB38CDFA2B}"/>
              </a:ext>
            </a:extLst>
          </p:cNvPr>
          <p:cNvSpPr txBox="1"/>
          <p:nvPr/>
        </p:nvSpPr>
        <p:spPr>
          <a:xfrm>
            <a:off x="205539" y="2650789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“Ya has </a:t>
            </a:r>
            <a:r>
              <a:rPr lang="en-US" sz="1400" dirty="0" err="1">
                <a:solidFill>
                  <a:schemeClr val="accent4"/>
                </a:solidFill>
              </a:rPr>
              <a:t>disparado</a:t>
            </a:r>
            <a:r>
              <a:rPr lang="en-US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2780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9EE9-34E7-5577-CDBF-63274591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9">
            <a:extLst>
              <a:ext uri="{FF2B5EF4-FFF2-40B4-BE49-F238E27FC236}">
                <a16:creationId xmlns:a16="http://schemas.microsoft.com/office/drawing/2014/main" id="{1EB92333-E384-BD3D-8F55-3038CA7962C1}"/>
              </a:ext>
            </a:extLst>
          </p:cNvPr>
          <p:cNvSpPr/>
          <p:nvPr/>
        </p:nvSpPr>
        <p:spPr>
          <a:xfrm>
            <a:off x="266131" y="1896116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1858E90-D5D7-2823-A21E-BE83ACB31106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98813" y="-7560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utils.py · shoot /lives</a:t>
            </a:r>
            <a:endParaRPr lang="en-US" sz="1800" dirty="0"/>
          </a:p>
        </p:txBody>
      </p:sp>
      <p:sp>
        <p:nvSpPr>
          <p:cNvPr id="19" name="code shoot">
            <a:extLst>
              <a:ext uri="{FF2B5EF4-FFF2-40B4-BE49-F238E27FC236}">
                <a16:creationId xmlns:a16="http://schemas.microsoft.com/office/drawing/2014/main" id="{83E35BD2-7A51-0163-0344-EA3658D8E8CF}"/>
              </a:ext>
            </a:extLst>
          </p:cNvPr>
          <p:cNvSpPr/>
          <p:nvPr/>
        </p:nvSpPr>
        <p:spPr>
          <a:xfrm>
            <a:off x="1926769" y="576094"/>
            <a:ext cx="6674619" cy="22080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8D9B295-72E6-01CF-83C6-B7E30C0EB2B0}"/>
              </a:ext>
            </a:extLst>
          </p:cNvPr>
          <p:cNvSpPr/>
          <p:nvPr/>
        </p:nvSpPr>
        <p:spPr>
          <a:xfrm>
            <a:off x="2124552" y="65773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7938A73-3360-4E89-4F5A-8D334F0DCAFE}"/>
              </a:ext>
            </a:extLst>
          </p:cNvPr>
          <p:cNvSpPr/>
          <p:nvPr/>
        </p:nvSpPr>
        <p:spPr>
          <a:xfrm>
            <a:off x="2280000" y="65773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3C26E03-82EF-7AC3-419C-73C851211555}"/>
              </a:ext>
            </a:extLst>
          </p:cNvPr>
          <p:cNvSpPr/>
          <p:nvPr/>
        </p:nvSpPr>
        <p:spPr>
          <a:xfrm>
            <a:off x="2435448" y="65773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852DB9C-5E13-0FD3-CBFE-4D6E7E624896}"/>
              </a:ext>
            </a:extLst>
          </p:cNvPr>
          <p:cNvSpPr txBox="1"/>
          <p:nvPr/>
        </p:nvSpPr>
        <p:spPr>
          <a:xfrm>
            <a:off x="2637025" y="589151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shoot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E300CFB-58DF-8790-6EED-ADB1887B6A1E}"/>
              </a:ext>
            </a:extLst>
          </p:cNvPr>
          <p:cNvSpPr txBox="1"/>
          <p:nvPr/>
        </p:nvSpPr>
        <p:spPr>
          <a:xfrm>
            <a:off x="2069960" y="657731"/>
            <a:ext cx="6531428" cy="196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board[row, column] in ('⬜', '⬛'):</a:t>
            </a: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board[row, column] = '💧'</a:t>
            </a: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(f"\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nDisparo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 ({row}, {column}): AGUA ⋆｡ﾟ🌊｡")</a:t>
            </a:r>
          </a:p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(f"\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nYa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 </a:t>
            </a:r>
            <a:r>
              <a:rPr lang="en-US" sz="10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disparado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 ({row}, {column})")</a:t>
            </a:r>
          </a:p>
          <a:p>
            <a:endParaRPr lang="en-US" sz="10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board</a:t>
            </a:r>
          </a:p>
          <a:p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BC4D7B3-026B-ED44-026F-126CF05275EB}"/>
              </a:ext>
            </a:extLst>
          </p:cNvPr>
          <p:cNvSpPr/>
          <p:nvPr/>
        </p:nvSpPr>
        <p:spPr>
          <a:xfrm>
            <a:off x="215587" y="617381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9E86044-57F1-2475-0DE6-5830C1652277}"/>
              </a:ext>
            </a:extLst>
          </p:cNvPr>
          <p:cNvSpPr txBox="1"/>
          <p:nvPr/>
        </p:nvSpPr>
        <p:spPr>
          <a:xfrm>
            <a:off x="215587" y="58209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91637F-ADCF-48F6-A3F4-B6B49048D781}"/>
              </a:ext>
            </a:extLst>
          </p:cNvPr>
          <p:cNvSpPr txBox="1"/>
          <p:nvPr/>
        </p:nvSpPr>
        <p:spPr>
          <a:xfrm>
            <a:off x="205539" y="11316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Agua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49EA6E-EC7A-2F4D-FE58-2D8A67EC9E15}"/>
              </a:ext>
            </a:extLst>
          </p:cNvPr>
          <p:cNvSpPr txBox="1"/>
          <p:nvPr/>
        </p:nvSpPr>
        <p:spPr>
          <a:xfrm>
            <a:off x="205539" y="1522287"/>
            <a:ext cx="1920240" cy="248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4748B"/>
                </a:solidFill>
              </a:rPr>
              <a:t>⬜/⬛ </a:t>
            </a:r>
            <a:r>
              <a:rPr lang="en-US" sz="1400" dirty="0" err="1">
                <a:solidFill>
                  <a:srgbClr val="64748B"/>
                </a:solidFill>
              </a:rPr>
              <a:t>pasan</a:t>
            </a:r>
            <a:r>
              <a:rPr lang="en-US" sz="1400" dirty="0">
                <a:solidFill>
                  <a:srgbClr val="64748B"/>
                </a:solidFill>
              </a:rPr>
              <a:t> a 💧 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C8A373-2B6A-77A1-D069-D244FB2D0DAC}"/>
              </a:ext>
            </a:extLst>
          </p:cNvPr>
          <p:cNvSpPr txBox="1"/>
          <p:nvPr/>
        </p:nvSpPr>
        <p:spPr>
          <a:xfrm>
            <a:off x="259400" y="1884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6BFEDA-954D-C333-4E86-0453586475E7}"/>
              </a:ext>
            </a:extLst>
          </p:cNvPr>
          <p:cNvSpPr txBox="1"/>
          <p:nvPr/>
        </p:nvSpPr>
        <p:spPr>
          <a:xfrm>
            <a:off x="205539" y="23075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93B"/>
                </a:solidFill>
              </a:rPr>
              <a:t>Repetido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115A34-4083-5222-E649-59334B1746FA}"/>
              </a:ext>
            </a:extLst>
          </p:cNvPr>
          <p:cNvSpPr txBox="1"/>
          <p:nvPr/>
        </p:nvSpPr>
        <p:spPr>
          <a:xfrm>
            <a:off x="205539" y="2650789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“Ya has </a:t>
            </a:r>
            <a:r>
              <a:rPr lang="en-US" sz="1400" dirty="0" err="1">
                <a:solidFill>
                  <a:schemeClr val="accent4"/>
                </a:solidFill>
              </a:rPr>
              <a:t>disparado</a:t>
            </a:r>
            <a:r>
              <a:rPr lang="en-US" sz="1400" dirty="0"/>
              <a:t>”</a:t>
            </a:r>
          </a:p>
        </p:txBody>
      </p:sp>
      <p:sp>
        <p:nvSpPr>
          <p:cNvPr id="3" name="card lives">
            <a:extLst>
              <a:ext uri="{FF2B5EF4-FFF2-40B4-BE49-F238E27FC236}">
                <a16:creationId xmlns:a16="http://schemas.microsoft.com/office/drawing/2014/main" id="{4E0B191A-1577-AB8B-09D2-30ADD6C27CC8}"/>
              </a:ext>
            </a:extLst>
          </p:cNvPr>
          <p:cNvSpPr/>
          <p:nvPr/>
        </p:nvSpPr>
        <p:spPr>
          <a:xfrm>
            <a:off x="266131" y="3076751"/>
            <a:ext cx="8374901" cy="597247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919DAE-F9E5-3ECA-6195-A09AA4B368F9}"/>
              </a:ext>
            </a:extLst>
          </p:cNvPr>
          <p:cNvSpPr txBox="1"/>
          <p:nvPr/>
        </p:nvSpPr>
        <p:spPr>
          <a:xfrm>
            <a:off x="777192" y="304619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lives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43CB41-EABC-4E6F-D1E8-079AF3B950BB}"/>
              </a:ext>
            </a:extLst>
          </p:cNvPr>
          <p:cNvSpPr txBox="1"/>
          <p:nvPr/>
        </p:nvSpPr>
        <p:spPr>
          <a:xfrm>
            <a:off x="777192" y="3371143"/>
            <a:ext cx="7575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Cuenta los ⛵ que quedan con np.sum. Llega a 0 = flota hundida.</a:t>
            </a:r>
            <a:endParaRPr lang="en-US" sz="1400" dirty="0"/>
          </a:p>
        </p:txBody>
      </p:sp>
      <p:sp>
        <p:nvSpPr>
          <p:cNvPr id="6" name="code lives / hidden_board_cpu">
            <a:extLst>
              <a:ext uri="{FF2B5EF4-FFF2-40B4-BE49-F238E27FC236}">
                <a16:creationId xmlns:a16="http://schemas.microsoft.com/office/drawing/2014/main" id="{ABA4C8DB-B222-A701-FF2C-F445C7B8FF76}"/>
              </a:ext>
            </a:extLst>
          </p:cNvPr>
          <p:cNvSpPr/>
          <p:nvPr/>
        </p:nvSpPr>
        <p:spPr>
          <a:xfrm>
            <a:off x="266131" y="3835921"/>
            <a:ext cx="8374901" cy="1076126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7AF0A73-1C67-1446-5D95-F4399568503A}"/>
              </a:ext>
            </a:extLst>
          </p:cNvPr>
          <p:cNvSpPr/>
          <p:nvPr/>
        </p:nvSpPr>
        <p:spPr>
          <a:xfrm>
            <a:off x="417572" y="3945649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BF48015-C592-EB77-207E-89BD58FAB32C}"/>
              </a:ext>
            </a:extLst>
          </p:cNvPr>
          <p:cNvSpPr/>
          <p:nvPr/>
        </p:nvSpPr>
        <p:spPr>
          <a:xfrm>
            <a:off x="573020" y="3945649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5CCB62E0-1D40-B95E-C1A7-A8BCC94F039E}"/>
              </a:ext>
            </a:extLst>
          </p:cNvPr>
          <p:cNvSpPr/>
          <p:nvPr/>
        </p:nvSpPr>
        <p:spPr>
          <a:xfrm>
            <a:off x="728468" y="3945649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34467C5-7F82-3774-64B8-8475D55653FE}"/>
              </a:ext>
            </a:extLst>
          </p:cNvPr>
          <p:cNvSpPr txBox="1"/>
          <p:nvPr/>
        </p:nvSpPr>
        <p:spPr>
          <a:xfrm>
            <a:off x="1011932" y="3881641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 </a:t>
            </a:r>
            <a:endParaRPr lang="en-US" sz="10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D4771F7B-CAB2-B3C2-F4D5-5138F0EBAA96}"/>
              </a:ext>
            </a:extLst>
          </p:cNvPr>
          <p:cNvSpPr txBox="1"/>
          <p:nvPr/>
        </p:nvSpPr>
        <p:spPr>
          <a:xfrm>
            <a:off x="731472" y="4183393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 lives(board):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remaining_lives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(board == '⛵')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remaining_lives</a:t>
            </a:r>
            <a:endParaRPr lang="en-US" sz="120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BC2F5660-9709-4168-B296-1AD10B5AE9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58152" y="5436121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7" name="Imagen 26" descr="Pixel Heart PNG para descargar gratis">
            <a:extLst>
              <a:ext uri="{FF2B5EF4-FFF2-40B4-BE49-F238E27FC236}">
                <a16:creationId xmlns:a16="http://schemas.microsoft.com/office/drawing/2014/main" id="{AACC9E7C-6AE5-D810-F547-0E186FFC5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36" y="3086969"/>
            <a:ext cx="401783" cy="4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2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de shoot">
            <a:extLst>
              <a:ext uri="{FF2B5EF4-FFF2-40B4-BE49-F238E27FC236}">
                <a16:creationId xmlns:a16="http://schemas.microsoft.com/office/drawing/2014/main" id="{4A88CAEA-8D32-64FC-303B-3861B0F09907}"/>
              </a:ext>
            </a:extLst>
          </p:cNvPr>
          <p:cNvSpPr/>
          <p:nvPr/>
        </p:nvSpPr>
        <p:spPr>
          <a:xfrm>
            <a:off x="285649" y="576093"/>
            <a:ext cx="8315740" cy="4452481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-2160111" y="-73791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/>
              <a:t>print_boards</a:t>
            </a:r>
            <a:r>
              <a:rPr lang="en-US" sz="1800" dirty="0"/>
              <a:t> - </a:t>
            </a:r>
            <a:r>
              <a:rPr lang="en-US" sz="1800" dirty="0" err="1"/>
              <a:t>Interfaz</a:t>
            </a:r>
            <a:r>
              <a:rPr lang="en-US" sz="1800" dirty="0"/>
              <a:t> </a:t>
            </a:r>
            <a:r>
              <a:rPr lang="en-US" sz="1800" dirty="0" err="1"/>
              <a:t>partida</a:t>
            </a:r>
            <a:endParaRPr lang="en-US" sz="1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E44EDB6-6D4A-F6AB-F18F-D88A20AA4E40}"/>
              </a:ext>
            </a:extLst>
          </p:cNvPr>
          <p:cNvSpPr txBox="1"/>
          <p:nvPr/>
        </p:nvSpPr>
        <p:spPr>
          <a:xfrm>
            <a:off x="285648" y="494855"/>
            <a:ext cx="9996985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def print_boards(player_board, cpu_board):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import sys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import time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sys.stdout.write("\n📡 Escaneando tablero")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sys.stdout.flush()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_ in range(3):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time.sleep(0.3)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sys.stdout.write(".")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sys.stdout.flush()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time.sleep(0.2)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419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cpu_hidden_board = hidden_board_cpu(cpu_board)</a:t>
            </a:r>
          </a:p>
          <a:p>
            <a:r>
              <a:rPr lang="es-419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player_hidden_board = hidden_board_player(player_board</a:t>
            </a:r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print("\n      --- TU TABLERO ---                  --- TABLERO ENEMIGO ---")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    0  1  2  3  4  5  6  7  8  9            0  1  2  3  4  5  6  7  8  9")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   ---------------------------              ---------------------------")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r in range(10):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player_row = " ".join(player_hidden_board[r])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cpu_row = " ".join(cpu_hidden_board[r])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print(f"{r} | {player_row}       {r} | {cpu_row}")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time.sleep(0.12)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lives_player = lives(player_board)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lives_cpu = lives(cpu_board)</a:t>
            </a:r>
          </a:p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 MIS VIDAS ❤</a:t>
            </a:r>
            <a:r>
              <a:rPr lang="es-419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{lives_player}</a:t>
            </a:r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/16❤                                 VIDAS ENEMIGO ❤</a:t>
            </a:r>
            <a:r>
              <a:rPr lang="es-419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{lives_cpu}</a:t>
            </a:r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/16❤")</a:t>
            </a:r>
          </a:p>
          <a:p>
            <a:r>
              <a:rPr lang="es-419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3208BDD-9502-1978-8622-BC7C9BE9221E}"/>
              </a:ext>
            </a:extLst>
          </p:cNvPr>
          <p:cNvSpPr/>
          <p:nvPr/>
        </p:nvSpPr>
        <p:spPr>
          <a:xfrm>
            <a:off x="446357" y="65773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04E3FA2A-5F17-D11E-6BE4-9739FD51A490}"/>
              </a:ext>
            </a:extLst>
          </p:cNvPr>
          <p:cNvSpPr/>
          <p:nvPr/>
        </p:nvSpPr>
        <p:spPr>
          <a:xfrm>
            <a:off x="601805" y="65773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C872ED36-41BA-5FD8-1979-4E7AD3A7A8B2}"/>
              </a:ext>
            </a:extLst>
          </p:cNvPr>
          <p:cNvSpPr/>
          <p:nvPr/>
        </p:nvSpPr>
        <p:spPr>
          <a:xfrm>
            <a:off x="757253" y="65773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E36B8FE5-8890-CE96-284E-57967EF94758}"/>
              </a:ext>
            </a:extLst>
          </p:cNvPr>
          <p:cNvSpPr txBox="1"/>
          <p:nvPr/>
        </p:nvSpPr>
        <p:spPr>
          <a:xfrm>
            <a:off x="914400" y="576093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print_boards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rd create_board">
            <a:extLst>
              <a:ext uri="{FF2B5EF4-FFF2-40B4-BE49-F238E27FC236}">
                <a16:creationId xmlns:a16="http://schemas.microsoft.com/office/drawing/2014/main" id="{F74F3126-64B1-E0B6-EE3C-88732DAB0AA9}"/>
              </a:ext>
            </a:extLst>
          </p:cNvPr>
          <p:cNvSpPr/>
          <p:nvPr/>
        </p:nvSpPr>
        <p:spPr>
          <a:xfrm>
            <a:off x="646177" y="207264"/>
            <a:ext cx="7705343" cy="4791456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EEB7074-4292-ED2C-5176-6D5547F33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280" y="342321"/>
            <a:ext cx="5107513" cy="4497324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073BF007-1C8A-C882-F12F-906F138354EA}"/>
              </a:ext>
            </a:extLst>
          </p:cNvPr>
          <p:cNvSpPr txBox="1"/>
          <p:nvPr/>
        </p:nvSpPr>
        <p:spPr>
          <a:xfrm>
            <a:off x="993331" y="303855"/>
            <a:ext cx="5270201" cy="313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14562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1570-0EAE-F43B-B772-38B82D9C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rd create_board">
            <a:extLst>
              <a:ext uri="{FF2B5EF4-FFF2-40B4-BE49-F238E27FC236}">
                <a16:creationId xmlns:a16="http://schemas.microsoft.com/office/drawing/2014/main" id="{6DD03406-C54B-FCF2-434C-9F21AFBC4A97}"/>
              </a:ext>
            </a:extLst>
          </p:cNvPr>
          <p:cNvSpPr/>
          <p:nvPr/>
        </p:nvSpPr>
        <p:spPr>
          <a:xfrm>
            <a:off x="646177" y="207264"/>
            <a:ext cx="7705343" cy="4791456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1E2974DE-E012-6D2C-10C4-8566DB88C824}"/>
              </a:ext>
            </a:extLst>
          </p:cNvPr>
          <p:cNvSpPr txBox="1"/>
          <p:nvPr/>
        </p:nvSpPr>
        <p:spPr>
          <a:xfrm>
            <a:off x="993331" y="303855"/>
            <a:ext cx="5270201" cy="313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433A89-1B65-CC5A-0775-F6B3C19DA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74" y="713708"/>
            <a:ext cx="5850947" cy="402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2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D88A1-62F1-8C5C-619C-C34AEA3F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C152F0-74D8-46D5-548A-CB9FA518BA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bot.py · </a:t>
            </a:r>
            <a:r>
              <a:rPr lang="en-US" sz="30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Niveles</a:t>
            </a: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</a:t>
            </a:r>
            <a:r>
              <a:rPr lang="en-US" sz="30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D27487-3890-E513-12D4-CFEFD2C4EFED}"/>
              </a:ext>
            </a:extLst>
          </p:cNvPr>
          <p:cNvSpPr/>
          <p:nvPr/>
        </p:nvSpPr>
        <p:spPr>
          <a:xfrm>
            <a:off x="344638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704B109-4774-EF14-3EB7-199E1534F709}"/>
              </a:ext>
            </a:extLst>
          </p:cNvPr>
          <p:cNvSpPr/>
          <p:nvPr/>
        </p:nvSpPr>
        <p:spPr>
          <a:xfrm>
            <a:off x="390358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F429FD-FCBE-8887-EF9F-4001B44E93E2}"/>
              </a:ext>
            </a:extLst>
          </p:cNvPr>
          <p:cNvSpPr/>
          <p:nvPr/>
        </p:nvSpPr>
        <p:spPr>
          <a:xfrm>
            <a:off x="436078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A6ECAE-FA9D-E931-E3E5-6CBC744BBF68}"/>
              </a:ext>
            </a:extLst>
          </p:cNvPr>
          <p:cNvSpPr/>
          <p:nvPr/>
        </p:nvSpPr>
        <p:spPr>
          <a:xfrm>
            <a:off x="481798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DB345C-95AD-C937-8D34-6AD46534E631}"/>
              </a:ext>
            </a:extLst>
          </p:cNvPr>
          <p:cNvSpPr/>
          <p:nvPr/>
        </p:nvSpPr>
        <p:spPr>
          <a:xfrm>
            <a:off x="527518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A25FE99-72D4-FFA3-EA72-904C479B4540}"/>
              </a:ext>
            </a:extLst>
          </p:cNvPr>
          <p:cNvSpPr/>
          <p:nvPr/>
        </p:nvSpPr>
        <p:spPr>
          <a:xfrm>
            <a:off x="344638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0F3C6C1-D8F2-D2C9-81B8-611F9D58A5CC}"/>
              </a:ext>
            </a:extLst>
          </p:cNvPr>
          <p:cNvSpPr/>
          <p:nvPr/>
        </p:nvSpPr>
        <p:spPr>
          <a:xfrm>
            <a:off x="390358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747564C-35BB-C3F2-0289-7A22FFD344CA}"/>
              </a:ext>
            </a:extLst>
          </p:cNvPr>
          <p:cNvSpPr/>
          <p:nvPr/>
        </p:nvSpPr>
        <p:spPr>
          <a:xfrm>
            <a:off x="4360789" y="17817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BD8973F-161B-D5C2-CFC2-B6A2859B8021}"/>
              </a:ext>
            </a:extLst>
          </p:cNvPr>
          <p:cNvSpPr/>
          <p:nvPr/>
        </p:nvSpPr>
        <p:spPr>
          <a:xfrm>
            <a:off x="481798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BB59C65-5327-61C8-1009-B3FA4F85BDFA}"/>
              </a:ext>
            </a:extLst>
          </p:cNvPr>
          <p:cNvSpPr/>
          <p:nvPr/>
        </p:nvSpPr>
        <p:spPr>
          <a:xfrm>
            <a:off x="527518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BF8E8E4-E44B-C2C3-337B-BDE8CEC70347}"/>
              </a:ext>
            </a:extLst>
          </p:cNvPr>
          <p:cNvSpPr/>
          <p:nvPr/>
        </p:nvSpPr>
        <p:spPr>
          <a:xfrm>
            <a:off x="3446389" y="22389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2462863-FB70-B308-6715-878860D640A1}"/>
              </a:ext>
            </a:extLst>
          </p:cNvPr>
          <p:cNvSpPr/>
          <p:nvPr/>
        </p:nvSpPr>
        <p:spPr>
          <a:xfrm>
            <a:off x="3903589" y="22389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1AD3A9-AF22-EC85-3431-98A3DA5EEFC8}"/>
              </a:ext>
            </a:extLst>
          </p:cNvPr>
          <p:cNvSpPr/>
          <p:nvPr/>
        </p:nvSpPr>
        <p:spPr>
          <a:xfrm>
            <a:off x="4360789" y="2238992"/>
            <a:ext cx="45720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5FB7E2A-C139-558B-B6B6-F10EADB7BCB7}"/>
              </a:ext>
            </a:extLst>
          </p:cNvPr>
          <p:cNvSpPr/>
          <p:nvPr/>
        </p:nvSpPr>
        <p:spPr>
          <a:xfrm>
            <a:off x="4817989" y="22389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01FB9EA-EBA1-B7E3-9052-98D9BA35CA41}"/>
              </a:ext>
            </a:extLst>
          </p:cNvPr>
          <p:cNvSpPr/>
          <p:nvPr/>
        </p:nvSpPr>
        <p:spPr>
          <a:xfrm>
            <a:off x="5275189" y="22389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D13AF72-5F66-FE7B-6AB6-88D5BB6C1AFE}"/>
              </a:ext>
            </a:extLst>
          </p:cNvPr>
          <p:cNvSpPr/>
          <p:nvPr/>
        </p:nvSpPr>
        <p:spPr>
          <a:xfrm>
            <a:off x="344638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09AAEB1-A0BC-0F37-72D3-91D68FC82B23}"/>
              </a:ext>
            </a:extLst>
          </p:cNvPr>
          <p:cNvSpPr/>
          <p:nvPr/>
        </p:nvSpPr>
        <p:spPr>
          <a:xfrm>
            <a:off x="390358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9AFAD8F-A135-5B10-5C3F-56F083DC99C4}"/>
              </a:ext>
            </a:extLst>
          </p:cNvPr>
          <p:cNvSpPr/>
          <p:nvPr/>
        </p:nvSpPr>
        <p:spPr>
          <a:xfrm>
            <a:off x="4360789" y="26961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71E735C-04AA-0CA0-E448-6BAC488A6D39}"/>
              </a:ext>
            </a:extLst>
          </p:cNvPr>
          <p:cNvSpPr/>
          <p:nvPr/>
        </p:nvSpPr>
        <p:spPr>
          <a:xfrm>
            <a:off x="481798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45FBD5B-CE67-56C1-E1D5-B6CE1BE45A39}"/>
              </a:ext>
            </a:extLst>
          </p:cNvPr>
          <p:cNvSpPr/>
          <p:nvPr/>
        </p:nvSpPr>
        <p:spPr>
          <a:xfrm>
            <a:off x="527518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C0F5F6D-483E-39C7-31BB-43A25D89AF3B}"/>
              </a:ext>
            </a:extLst>
          </p:cNvPr>
          <p:cNvSpPr/>
          <p:nvPr/>
        </p:nvSpPr>
        <p:spPr>
          <a:xfrm>
            <a:off x="344638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D469BFD-A525-4735-D261-E3AE4A37D60D}"/>
              </a:ext>
            </a:extLst>
          </p:cNvPr>
          <p:cNvSpPr/>
          <p:nvPr/>
        </p:nvSpPr>
        <p:spPr>
          <a:xfrm>
            <a:off x="390358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098A6C4-B709-FAD4-BBF2-AE6921B1764B}"/>
              </a:ext>
            </a:extLst>
          </p:cNvPr>
          <p:cNvSpPr/>
          <p:nvPr/>
        </p:nvSpPr>
        <p:spPr>
          <a:xfrm>
            <a:off x="436078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3FBF0C4-267C-F8DD-6C6E-8583ABA7F035}"/>
              </a:ext>
            </a:extLst>
          </p:cNvPr>
          <p:cNvSpPr/>
          <p:nvPr/>
        </p:nvSpPr>
        <p:spPr>
          <a:xfrm>
            <a:off x="481798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8613D10-EA54-48EE-E69E-CCEBE9659D7A}"/>
              </a:ext>
            </a:extLst>
          </p:cNvPr>
          <p:cNvSpPr/>
          <p:nvPr/>
        </p:nvSpPr>
        <p:spPr>
          <a:xfrm>
            <a:off x="527518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C80F520-48E2-56BB-614B-A368131CCAF3}"/>
              </a:ext>
            </a:extLst>
          </p:cNvPr>
          <p:cNvSpPr txBox="1"/>
          <p:nvPr/>
        </p:nvSpPr>
        <p:spPr>
          <a:xfrm>
            <a:off x="3446389" y="3702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</a:rPr>
              <a:t>Medium: tras un ❎ dispara a los 4 </a:t>
            </a:r>
            <a:r>
              <a:rPr lang="en-US" sz="1400" dirty="0" err="1">
                <a:solidFill>
                  <a:srgbClr val="1E293B"/>
                </a:solidFill>
              </a:rPr>
              <a:t>vecinos</a:t>
            </a:r>
            <a:r>
              <a:rPr lang="en-US" sz="1400" dirty="0">
                <a:solidFill>
                  <a:srgbClr val="1E293B"/>
                </a:solidFill>
              </a:rPr>
              <a:t>. Sin ❎ </a:t>
            </a:r>
            <a:r>
              <a:rPr lang="en-US" sz="1400" dirty="0">
                <a:solidFill>
                  <a:srgbClr val="1E293B"/>
                </a:solidFill>
                <a:sym typeface="Wingdings" pitchFamily="2" charset="2"/>
              </a:rPr>
              <a:t> Easy</a:t>
            </a:r>
            <a:endParaRPr lang="en-US" sz="14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C5EA03A-AFB6-244C-417E-B448CFF55CB2}"/>
              </a:ext>
            </a:extLst>
          </p:cNvPr>
          <p:cNvSpPr/>
          <p:nvPr/>
        </p:nvSpPr>
        <p:spPr>
          <a:xfrm>
            <a:off x="6098149" y="13245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9F52059-0054-8F53-37F5-D36A13862F20}"/>
              </a:ext>
            </a:extLst>
          </p:cNvPr>
          <p:cNvSpPr/>
          <p:nvPr/>
        </p:nvSpPr>
        <p:spPr>
          <a:xfrm>
            <a:off x="655534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72B910D-0586-6BEC-C82D-040F8A4CF44C}"/>
              </a:ext>
            </a:extLst>
          </p:cNvPr>
          <p:cNvSpPr/>
          <p:nvPr/>
        </p:nvSpPr>
        <p:spPr>
          <a:xfrm>
            <a:off x="7012549" y="13245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068C27D-4B67-0643-8666-ED2CFFE6DBA0}"/>
              </a:ext>
            </a:extLst>
          </p:cNvPr>
          <p:cNvSpPr/>
          <p:nvPr/>
        </p:nvSpPr>
        <p:spPr>
          <a:xfrm>
            <a:off x="746974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E29221D-9866-E14C-5E73-1C463CDA1863}"/>
              </a:ext>
            </a:extLst>
          </p:cNvPr>
          <p:cNvSpPr/>
          <p:nvPr/>
        </p:nvSpPr>
        <p:spPr>
          <a:xfrm>
            <a:off x="7926949" y="13245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CFAFC0A-8E5B-135B-DF30-C9ECAD9035FA}"/>
              </a:ext>
            </a:extLst>
          </p:cNvPr>
          <p:cNvSpPr/>
          <p:nvPr/>
        </p:nvSpPr>
        <p:spPr>
          <a:xfrm>
            <a:off x="609814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13A43CB-7E3C-32E9-1004-7579BF13BC49}"/>
              </a:ext>
            </a:extLst>
          </p:cNvPr>
          <p:cNvSpPr/>
          <p:nvPr/>
        </p:nvSpPr>
        <p:spPr>
          <a:xfrm>
            <a:off x="6555349" y="17817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56F7439-B136-73A2-5453-3A63425923A3}"/>
              </a:ext>
            </a:extLst>
          </p:cNvPr>
          <p:cNvSpPr/>
          <p:nvPr/>
        </p:nvSpPr>
        <p:spPr>
          <a:xfrm>
            <a:off x="701254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37A4298-F400-B46F-C58C-C7E45BFBAC20}"/>
              </a:ext>
            </a:extLst>
          </p:cNvPr>
          <p:cNvSpPr/>
          <p:nvPr/>
        </p:nvSpPr>
        <p:spPr>
          <a:xfrm>
            <a:off x="7469749" y="17817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6752F27-A0BE-415D-8998-99F9189DDFC4}"/>
              </a:ext>
            </a:extLst>
          </p:cNvPr>
          <p:cNvSpPr/>
          <p:nvPr/>
        </p:nvSpPr>
        <p:spPr>
          <a:xfrm>
            <a:off x="792694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2A6ADBD-3506-4604-8F8C-379936ED0B68}"/>
              </a:ext>
            </a:extLst>
          </p:cNvPr>
          <p:cNvSpPr/>
          <p:nvPr/>
        </p:nvSpPr>
        <p:spPr>
          <a:xfrm>
            <a:off x="6098149" y="22389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0506FA1-1284-DC05-2B20-BD67A688D8B3}"/>
              </a:ext>
            </a:extLst>
          </p:cNvPr>
          <p:cNvSpPr/>
          <p:nvPr/>
        </p:nvSpPr>
        <p:spPr>
          <a:xfrm>
            <a:off x="6555349" y="22389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58D5087-485F-7754-A4ED-E7AE2BB20BFE}"/>
              </a:ext>
            </a:extLst>
          </p:cNvPr>
          <p:cNvSpPr/>
          <p:nvPr/>
        </p:nvSpPr>
        <p:spPr>
          <a:xfrm>
            <a:off x="7012549" y="22389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52CBDD3-C633-2370-200C-280B3E541DF9}"/>
              </a:ext>
            </a:extLst>
          </p:cNvPr>
          <p:cNvSpPr/>
          <p:nvPr/>
        </p:nvSpPr>
        <p:spPr>
          <a:xfrm>
            <a:off x="7469749" y="22389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C6026CC-A0B1-FF9C-07F7-3D4E32A07CD8}"/>
              </a:ext>
            </a:extLst>
          </p:cNvPr>
          <p:cNvSpPr/>
          <p:nvPr/>
        </p:nvSpPr>
        <p:spPr>
          <a:xfrm>
            <a:off x="7926949" y="22389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85CE5BD9-F041-ED39-B6D5-EA1E4152AB1F}"/>
              </a:ext>
            </a:extLst>
          </p:cNvPr>
          <p:cNvSpPr/>
          <p:nvPr/>
        </p:nvSpPr>
        <p:spPr>
          <a:xfrm>
            <a:off x="609814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C8A4346-E243-A167-3E42-6ECFDA5FC1D1}"/>
              </a:ext>
            </a:extLst>
          </p:cNvPr>
          <p:cNvSpPr/>
          <p:nvPr/>
        </p:nvSpPr>
        <p:spPr>
          <a:xfrm>
            <a:off x="6555349" y="26961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ED92378-16A5-ECCA-7429-F5730BF68B2E}"/>
              </a:ext>
            </a:extLst>
          </p:cNvPr>
          <p:cNvSpPr/>
          <p:nvPr/>
        </p:nvSpPr>
        <p:spPr>
          <a:xfrm>
            <a:off x="701254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DA4322A-A16C-9F0D-FE6F-0004A89397D8}"/>
              </a:ext>
            </a:extLst>
          </p:cNvPr>
          <p:cNvSpPr/>
          <p:nvPr/>
        </p:nvSpPr>
        <p:spPr>
          <a:xfrm>
            <a:off x="7469749" y="26961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487A527-6393-CE48-B2FA-28E8B06CEA5B}"/>
              </a:ext>
            </a:extLst>
          </p:cNvPr>
          <p:cNvSpPr/>
          <p:nvPr/>
        </p:nvSpPr>
        <p:spPr>
          <a:xfrm>
            <a:off x="792694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29A97CC-BC25-21FF-CCC9-142B9CC97FA8}"/>
              </a:ext>
            </a:extLst>
          </p:cNvPr>
          <p:cNvSpPr/>
          <p:nvPr/>
        </p:nvSpPr>
        <p:spPr>
          <a:xfrm>
            <a:off x="6098149" y="31533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F7B0E23A-C7BA-0766-706A-70C92203F9EC}"/>
              </a:ext>
            </a:extLst>
          </p:cNvPr>
          <p:cNvSpPr/>
          <p:nvPr/>
        </p:nvSpPr>
        <p:spPr>
          <a:xfrm>
            <a:off x="655534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E4F8A309-FCFC-4E5B-422A-5BFAC21090D5}"/>
              </a:ext>
            </a:extLst>
          </p:cNvPr>
          <p:cNvSpPr/>
          <p:nvPr/>
        </p:nvSpPr>
        <p:spPr>
          <a:xfrm>
            <a:off x="7012549" y="31533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C5DC43F-353A-C23B-2A46-998354E007BC}"/>
              </a:ext>
            </a:extLst>
          </p:cNvPr>
          <p:cNvSpPr/>
          <p:nvPr/>
        </p:nvSpPr>
        <p:spPr>
          <a:xfrm>
            <a:off x="746974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570AF141-01BB-D46E-F17A-9CA25DEA2D8C}"/>
              </a:ext>
            </a:extLst>
          </p:cNvPr>
          <p:cNvSpPr/>
          <p:nvPr/>
        </p:nvSpPr>
        <p:spPr>
          <a:xfrm>
            <a:off x="7926949" y="3153392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1FB34E6-AE39-23D6-50AE-D78A7CE7A3BE}"/>
              </a:ext>
            </a:extLst>
          </p:cNvPr>
          <p:cNvSpPr txBox="1"/>
          <p:nvPr/>
        </p:nvSpPr>
        <p:spPr>
          <a:xfrm>
            <a:off x="6111027" y="3714911"/>
            <a:ext cx="25835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</a:rPr>
              <a:t>Hard: sin ❎ pendientes, dispara en </a:t>
            </a:r>
            <a:r>
              <a:rPr lang="en-US" sz="1400" dirty="0" err="1">
                <a:solidFill>
                  <a:srgbClr val="1E293B"/>
                </a:solidFill>
              </a:rPr>
              <a:t>damero</a:t>
            </a:r>
            <a:r>
              <a:rPr lang="en-US" sz="1400" dirty="0">
                <a:solidFill>
                  <a:srgbClr val="1E293B"/>
                </a:solidFill>
              </a:rPr>
              <a:t>. Tras un ❎ </a:t>
            </a:r>
            <a:r>
              <a:rPr lang="en-US" sz="1400" dirty="0">
                <a:solidFill>
                  <a:srgbClr val="1E293B"/>
                </a:solidFill>
                <a:sym typeface="Wingdings" pitchFamily="2" charset="2"/>
              </a:rPr>
              <a:t> Medium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</p:txBody>
      </p:sp>
      <p:sp>
        <p:nvSpPr>
          <p:cNvPr id="61" name="Slide Number Placeholder 0">
            <a:extLst>
              <a:ext uri="{FF2B5EF4-FFF2-40B4-BE49-F238E27FC236}">
                <a16:creationId xmlns:a16="http://schemas.microsoft.com/office/drawing/2014/main" id="{0B488BE6-EB93-6CDB-2FFC-CBC63CCC28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89" name="Shape 1">
            <a:extLst>
              <a:ext uri="{FF2B5EF4-FFF2-40B4-BE49-F238E27FC236}">
                <a16:creationId xmlns:a16="http://schemas.microsoft.com/office/drawing/2014/main" id="{A9F84A67-C090-9994-B85A-9A07FE650358}"/>
              </a:ext>
            </a:extLst>
          </p:cNvPr>
          <p:cNvSpPr/>
          <p:nvPr/>
        </p:nvSpPr>
        <p:spPr>
          <a:xfrm>
            <a:off x="77530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611D2DB0-B6AD-D857-5B5D-AA3AACAF8525}"/>
              </a:ext>
            </a:extLst>
          </p:cNvPr>
          <p:cNvSpPr/>
          <p:nvPr/>
        </p:nvSpPr>
        <p:spPr>
          <a:xfrm>
            <a:off x="123250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7D05F7E6-F59E-B555-E8FE-8B0F288E6D97}"/>
              </a:ext>
            </a:extLst>
          </p:cNvPr>
          <p:cNvSpPr/>
          <p:nvPr/>
        </p:nvSpPr>
        <p:spPr>
          <a:xfrm>
            <a:off x="168970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4A111AA9-FF3C-54F8-1998-195DB92DC05C}"/>
              </a:ext>
            </a:extLst>
          </p:cNvPr>
          <p:cNvSpPr/>
          <p:nvPr/>
        </p:nvSpPr>
        <p:spPr>
          <a:xfrm>
            <a:off x="2146909" y="13245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Shape 5">
            <a:extLst>
              <a:ext uri="{FF2B5EF4-FFF2-40B4-BE49-F238E27FC236}">
                <a16:creationId xmlns:a16="http://schemas.microsoft.com/office/drawing/2014/main" id="{89B430F6-22E4-ADC7-7007-D3311661C4AE}"/>
              </a:ext>
            </a:extLst>
          </p:cNvPr>
          <p:cNvSpPr/>
          <p:nvPr/>
        </p:nvSpPr>
        <p:spPr>
          <a:xfrm>
            <a:off x="2604109" y="1324592"/>
            <a:ext cx="457200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4" name="Shape 6">
            <a:extLst>
              <a:ext uri="{FF2B5EF4-FFF2-40B4-BE49-F238E27FC236}">
                <a16:creationId xmlns:a16="http://schemas.microsoft.com/office/drawing/2014/main" id="{62D9C365-14A3-95BC-1CED-3AF799CD908C}"/>
              </a:ext>
            </a:extLst>
          </p:cNvPr>
          <p:cNvSpPr/>
          <p:nvPr/>
        </p:nvSpPr>
        <p:spPr>
          <a:xfrm>
            <a:off x="77530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6EE7D441-B63A-3D42-C12C-69F38813BF9D}"/>
              </a:ext>
            </a:extLst>
          </p:cNvPr>
          <p:cNvSpPr/>
          <p:nvPr/>
        </p:nvSpPr>
        <p:spPr>
          <a:xfrm>
            <a:off x="1232509" y="1781792"/>
            <a:ext cx="457200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B2688CC-3447-1B6F-C398-2F75D5466A8B}"/>
              </a:ext>
            </a:extLst>
          </p:cNvPr>
          <p:cNvSpPr/>
          <p:nvPr/>
        </p:nvSpPr>
        <p:spPr>
          <a:xfrm>
            <a:off x="1689709" y="1781792"/>
            <a:ext cx="457200" cy="457200"/>
          </a:xfrm>
          <a:prstGeom prst="rect">
            <a:avLst/>
          </a:prstGeom>
          <a:solidFill>
            <a:srgbClr val="E2E9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CDAF8524-6F48-7949-DF50-50A5302FE1FB}"/>
              </a:ext>
            </a:extLst>
          </p:cNvPr>
          <p:cNvSpPr/>
          <p:nvPr/>
        </p:nvSpPr>
        <p:spPr>
          <a:xfrm>
            <a:off x="2146909" y="1781792"/>
            <a:ext cx="457200" cy="457200"/>
          </a:xfrm>
          <a:prstGeom prst="rect">
            <a:avLst/>
          </a:prstGeom>
          <a:solidFill>
            <a:srgbClr val="E2E9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8" name="Shape 10">
            <a:extLst>
              <a:ext uri="{FF2B5EF4-FFF2-40B4-BE49-F238E27FC236}">
                <a16:creationId xmlns:a16="http://schemas.microsoft.com/office/drawing/2014/main" id="{591B9AE4-325C-BC9A-CEB7-6B8FAE9A85B9}"/>
              </a:ext>
            </a:extLst>
          </p:cNvPr>
          <p:cNvSpPr/>
          <p:nvPr/>
        </p:nvSpPr>
        <p:spPr>
          <a:xfrm>
            <a:off x="2604109" y="17817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11">
            <a:extLst>
              <a:ext uri="{FF2B5EF4-FFF2-40B4-BE49-F238E27FC236}">
                <a16:creationId xmlns:a16="http://schemas.microsoft.com/office/drawing/2014/main" id="{D8FF76C5-6DE7-D0B1-A42B-0DF2EC3D2A11}"/>
              </a:ext>
            </a:extLst>
          </p:cNvPr>
          <p:cNvSpPr/>
          <p:nvPr/>
        </p:nvSpPr>
        <p:spPr>
          <a:xfrm>
            <a:off x="775309" y="2238992"/>
            <a:ext cx="457200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Shape 12">
            <a:extLst>
              <a:ext uri="{FF2B5EF4-FFF2-40B4-BE49-F238E27FC236}">
                <a16:creationId xmlns:a16="http://schemas.microsoft.com/office/drawing/2014/main" id="{F8F3C503-715A-16A6-86F8-0111D8BCA990}"/>
              </a:ext>
            </a:extLst>
          </p:cNvPr>
          <p:cNvSpPr/>
          <p:nvPr/>
        </p:nvSpPr>
        <p:spPr>
          <a:xfrm>
            <a:off x="1232509" y="2238992"/>
            <a:ext cx="457200" cy="457200"/>
          </a:xfrm>
          <a:prstGeom prst="rect">
            <a:avLst/>
          </a:prstGeom>
          <a:solidFill>
            <a:srgbClr val="E2E9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2944C86A-6E54-1399-20BC-1FE9C0C7270F}"/>
              </a:ext>
            </a:extLst>
          </p:cNvPr>
          <p:cNvSpPr/>
          <p:nvPr/>
        </p:nvSpPr>
        <p:spPr>
          <a:xfrm>
            <a:off x="1689709" y="2238992"/>
            <a:ext cx="457200" cy="457200"/>
          </a:xfrm>
          <a:prstGeom prst="rect">
            <a:avLst/>
          </a:prstGeom>
          <a:solidFill>
            <a:srgbClr val="E2E9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6C4B99DA-9A32-E436-A885-49E75389457E}"/>
              </a:ext>
            </a:extLst>
          </p:cNvPr>
          <p:cNvSpPr/>
          <p:nvPr/>
        </p:nvSpPr>
        <p:spPr>
          <a:xfrm>
            <a:off x="2146909" y="2238992"/>
            <a:ext cx="457200" cy="457200"/>
          </a:xfrm>
          <a:prstGeom prst="rect">
            <a:avLst/>
          </a:prstGeom>
          <a:solidFill>
            <a:srgbClr val="E2E9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Shape 15">
            <a:extLst>
              <a:ext uri="{FF2B5EF4-FFF2-40B4-BE49-F238E27FC236}">
                <a16:creationId xmlns:a16="http://schemas.microsoft.com/office/drawing/2014/main" id="{6FD999DA-162B-4A35-E50E-15DEA378B6B5}"/>
              </a:ext>
            </a:extLst>
          </p:cNvPr>
          <p:cNvSpPr/>
          <p:nvPr/>
        </p:nvSpPr>
        <p:spPr>
          <a:xfrm>
            <a:off x="2604109" y="22389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4" name="Shape 16">
            <a:extLst>
              <a:ext uri="{FF2B5EF4-FFF2-40B4-BE49-F238E27FC236}">
                <a16:creationId xmlns:a16="http://schemas.microsoft.com/office/drawing/2014/main" id="{92E867BD-0D82-F5BB-FCE3-B61048DCD927}"/>
              </a:ext>
            </a:extLst>
          </p:cNvPr>
          <p:cNvSpPr/>
          <p:nvPr/>
        </p:nvSpPr>
        <p:spPr>
          <a:xfrm>
            <a:off x="77530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E9B05694-FF33-3364-7F1A-A88E0EDC93ED}"/>
              </a:ext>
            </a:extLst>
          </p:cNvPr>
          <p:cNvSpPr/>
          <p:nvPr/>
        </p:nvSpPr>
        <p:spPr>
          <a:xfrm>
            <a:off x="123250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DC4E4CA7-12FD-42A5-C23F-DDB085F87AFA}"/>
              </a:ext>
            </a:extLst>
          </p:cNvPr>
          <p:cNvSpPr/>
          <p:nvPr/>
        </p:nvSpPr>
        <p:spPr>
          <a:xfrm>
            <a:off x="1689709" y="2696192"/>
            <a:ext cx="457200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D78F92AA-2131-CA53-75BC-8108410F4373}"/>
              </a:ext>
            </a:extLst>
          </p:cNvPr>
          <p:cNvSpPr/>
          <p:nvPr/>
        </p:nvSpPr>
        <p:spPr>
          <a:xfrm>
            <a:off x="214690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8" name="Shape 20">
            <a:extLst>
              <a:ext uri="{FF2B5EF4-FFF2-40B4-BE49-F238E27FC236}">
                <a16:creationId xmlns:a16="http://schemas.microsoft.com/office/drawing/2014/main" id="{0931B51D-0661-6E05-8B72-C75846A057E0}"/>
              </a:ext>
            </a:extLst>
          </p:cNvPr>
          <p:cNvSpPr/>
          <p:nvPr/>
        </p:nvSpPr>
        <p:spPr>
          <a:xfrm>
            <a:off x="2604109" y="26961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Shape 21">
            <a:extLst>
              <a:ext uri="{FF2B5EF4-FFF2-40B4-BE49-F238E27FC236}">
                <a16:creationId xmlns:a16="http://schemas.microsoft.com/office/drawing/2014/main" id="{5E70A71C-9B82-A687-6BD7-C1691FC5C03D}"/>
              </a:ext>
            </a:extLst>
          </p:cNvPr>
          <p:cNvSpPr/>
          <p:nvPr/>
        </p:nvSpPr>
        <p:spPr>
          <a:xfrm>
            <a:off x="77530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0" name="Shape 22">
            <a:extLst>
              <a:ext uri="{FF2B5EF4-FFF2-40B4-BE49-F238E27FC236}">
                <a16:creationId xmlns:a16="http://schemas.microsoft.com/office/drawing/2014/main" id="{51E4BAF1-A7E6-7260-46F5-14A90E9C02D9}"/>
              </a:ext>
            </a:extLst>
          </p:cNvPr>
          <p:cNvSpPr/>
          <p:nvPr/>
        </p:nvSpPr>
        <p:spPr>
          <a:xfrm>
            <a:off x="123250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203A364A-1041-760E-13D7-5D59135F1676}"/>
              </a:ext>
            </a:extLst>
          </p:cNvPr>
          <p:cNvSpPr/>
          <p:nvPr/>
        </p:nvSpPr>
        <p:spPr>
          <a:xfrm>
            <a:off x="168970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06C9238A-A0B4-6167-3D47-79EB9F384028}"/>
              </a:ext>
            </a:extLst>
          </p:cNvPr>
          <p:cNvSpPr/>
          <p:nvPr/>
        </p:nvSpPr>
        <p:spPr>
          <a:xfrm>
            <a:off x="214690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3" name="Shape 25">
            <a:extLst>
              <a:ext uri="{FF2B5EF4-FFF2-40B4-BE49-F238E27FC236}">
                <a16:creationId xmlns:a16="http://schemas.microsoft.com/office/drawing/2014/main" id="{5F068EE2-FA95-52B7-A7C5-D0EE66A7354E}"/>
              </a:ext>
            </a:extLst>
          </p:cNvPr>
          <p:cNvSpPr/>
          <p:nvPr/>
        </p:nvSpPr>
        <p:spPr>
          <a:xfrm>
            <a:off x="2604109" y="3153392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9830077B-AABA-24CC-AA50-36F1C9476ECC}"/>
              </a:ext>
            </a:extLst>
          </p:cNvPr>
          <p:cNvSpPr txBox="1"/>
          <p:nvPr/>
        </p:nvSpPr>
        <p:spPr>
          <a:xfrm>
            <a:off x="775309" y="3702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Easy: </a:t>
            </a:r>
            <a:r>
              <a:rPr lang="en-US" sz="1400" dirty="0" err="1">
                <a:solidFill>
                  <a:srgbClr val="1E293B"/>
                </a:solidFill>
              </a:rPr>
              <a:t>Aleatorio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3378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rd __init__ y easy_cpu">
            <a:extLst>
              <a:ext uri="{FF2B5EF4-FFF2-40B4-BE49-F238E27FC236}">
                <a16:creationId xmlns:a16="http://schemas.microsoft.com/office/drawing/2014/main" id="{09253E21-B430-EFE6-690D-DE013839E2D6}"/>
              </a:ext>
            </a:extLst>
          </p:cNvPr>
          <p:cNvSpPr/>
          <p:nvPr/>
        </p:nvSpPr>
        <p:spPr>
          <a:xfrm>
            <a:off x="298704" y="1562893"/>
            <a:ext cx="3468624" cy="795528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-2588339" y="-2528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bot.py</a:t>
            </a: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</a:t>
            </a:r>
            <a:r>
              <a:rPr lang="en-US" sz="2400" dirty="0"/>
              <a:t>easy </a:t>
            </a:r>
            <a:r>
              <a:rPr lang="en-US" sz="2400" dirty="0" err="1"/>
              <a:t>cpu</a:t>
            </a:r>
            <a:r>
              <a:rPr lang="en-US" sz="2400" dirty="0"/>
              <a:t> </a:t>
            </a:r>
          </a:p>
        </p:txBody>
      </p:sp>
      <p:sp>
        <p:nvSpPr>
          <p:cNvPr id="3" name="card __init__ y easy_cpu"/>
          <p:cNvSpPr/>
          <p:nvPr/>
        </p:nvSpPr>
        <p:spPr>
          <a:xfrm>
            <a:off x="298704" y="660377"/>
            <a:ext cx="3468624" cy="795528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481584" y="69695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__</a:t>
            </a:r>
            <a:r>
              <a:rPr lang="en-US" sz="1600" b="1" dirty="0" err="1">
                <a:solidFill>
                  <a:srgbClr val="0F766E"/>
                </a:solidFill>
              </a:rPr>
              <a:t>init</a:t>
            </a:r>
            <a:r>
              <a:rPr lang="en-US" sz="1600" b="1" dirty="0">
                <a:solidFill>
                  <a:srgbClr val="0F766E"/>
                </a:solidFill>
              </a:rPr>
              <a:t>__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81584" y="1090145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Guarda size y una paridad aleatoria (0/1). 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3480970" y="1077235"/>
            <a:ext cx="5422392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1584" y="1693649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64748B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64748B"/>
              </a:solidFill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</a:rPr>
              <a:t>Dispara</a:t>
            </a:r>
            <a:r>
              <a:rPr lang="en-US" sz="1400" dirty="0">
                <a:solidFill>
                  <a:srgbClr val="64748B"/>
                </a:solidFill>
              </a:rPr>
              <a:t> al azar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</a:rPr>
              <a:t>Devuelve</a:t>
            </a:r>
            <a:r>
              <a:rPr lang="en-US" sz="1400" dirty="0">
                <a:solidFill>
                  <a:srgbClr val="64748B"/>
                </a:solidFill>
              </a:rPr>
              <a:t> None si no quedan casillas</a:t>
            </a:r>
            <a:endParaRPr lang="en-US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C9D2FC-41F6-6F13-32C7-E138186D5D43}"/>
              </a:ext>
            </a:extLst>
          </p:cNvPr>
          <p:cNvSpPr txBox="1"/>
          <p:nvPr/>
        </p:nvSpPr>
        <p:spPr>
          <a:xfrm>
            <a:off x="369049" y="150278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0F766E"/>
                </a:solidFill>
              </a:rPr>
              <a:t>easy_cpu</a:t>
            </a:r>
            <a:endParaRPr lang="es-419"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CC047E8-15E7-5C25-BC62-31E90F03D939}"/>
              </a:ext>
            </a:extLst>
          </p:cNvPr>
          <p:cNvGrpSpPr/>
          <p:nvPr/>
        </p:nvGrpSpPr>
        <p:grpSpPr>
          <a:xfrm>
            <a:off x="313293" y="2435699"/>
            <a:ext cx="9087185" cy="2522358"/>
            <a:chOff x="1926769" y="576094"/>
            <a:chExt cx="9087185" cy="2522358"/>
          </a:xfrm>
        </p:grpSpPr>
        <p:sp>
          <p:nvSpPr>
            <p:cNvPr id="21" name="code shoot">
              <a:extLst>
                <a:ext uri="{FF2B5EF4-FFF2-40B4-BE49-F238E27FC236}">
                  <a16:creationId xmlns:a16="http://schemas.microsoft.com/office/drawing/2014/main" id="{638A4760-502E-C1DB-BF33-C7EA3228292B}"/>
                </a:ext>
              </a:extLst>
            </p:cNvPr>
            <p:cNvSpPr/>
            <p:nvPr/>
          </p:nvSpPr>
          <p:spPr>
            <a:xfrm>
              <a:off x="1926769" y="576094"/>
              <a:ext cx="8518473" cy="2440721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0257E888-44D7-3E77-5793-36D687E50B93}"/>
                </a:ext>
              </a:extLst>
            </p:cNvPr>
            <p:cNvSpPr/>
            <p:nvPr/>
          </p:nvSpPr>
          <p:spPr>
            <a:xfrm>
              <a:off x="2124552" y="657730"/>
              <a:ext cx="91440" cy="91440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2F5355A9-5D66-BFF1-917C-CDB480DB57A6}"/>
                </a:ext>
              </a:extLst>
            </p:cNvPr>
            <p:cNvSpPr/>
            <p:nvPr/>
          </p:nvSpPr>
          <p:spPr>
            <a:xfrm>
              <a:off x="2280000" y="657730"/>
              <a:ext cx="91440" cy="91440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29CE1FCD-3DE2-870F-EDE5-C2D1F63ED925}"/>
                </a:ext>
              </a:extLst>
            </p:cNvPr>
            <p:cNvSpPr/>
            <p:nvPr/>
          </p:nvSpPr>
          <p:spPr>
            <a:xfrm>
              <a:off x="2435448" y="657730"/>
              <a:ext cx="91440" cy="9144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57EEB68B-4B69-C223-C735-8F8224DDCC4F}"/>
                </a:ext>
              </a:extLst>
            </p:cNvPr>
            <p:cNvSpPr txBox="1"/>
            <p:nvPr/>
          </p:nvSpPr>
          <p:spPr>
            <a:xfrm>
              <a:off x="2069960" y="657731"/>
              <a:ext cx="8943994" cy="2440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endPara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  <a:p>
              <a:endPara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def 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easy_cpu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(self, 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player_board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):</a:t>
              </a:r>
            </a:p>
            <a:p>
              <a:r>
                <a:rPr lang="en-US" sz="1100" b="1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random_shots</a:t>
              </a:r>
              <a:r>
                <a:rPr lang="en-US" sz="1100" b="1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= []</a:t>
              </a: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for rows in range (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self.size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):</a:t>
              </a: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    for columns in range (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self.size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):</a:t>
              </a: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        if 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player_board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[rows, columns] == '⬜' or 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player_board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[rows, columns] == '⛵':</a:t>
              </a: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            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random_shots.append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((rows, columns))</a:t>
              </a:r>
            </a:p>
            <a:p>
              <a:endPara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if 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len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r>
                <a:rPr lang="en-US" sz="1100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random_shots</a:t>
              </a:r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) &gt; 0:</a:t>
              </a: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    return </a:t>
              </a:r>
              <a:r>
                <a:rPr lang="en-US" sz="1100" b="1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random.choice</a:t>
              </a:r>
              <a:r>
                <a:rPr lang="en-US" sz="1100" b="1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r>
                <a:rPr lang="en-US" sz="1100" b="1" dirty="0" err="1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random_shots</a:t>
              </a:r>
              <a:r>
                <a:rPr lang="en-US" sz="1100" b="1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)</a:t>
              </a: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else: </a:t>
              </a:r>
            </a:p>
            <a:p>
              <a:r>
                <a:rPr lang="en-US" sz="1100" dirty="0">
                  <a:solidFill>
                    <a:srgbClr val="1E293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        return None</a:t>
              </a:r>
              <a:endParaRPr lang="en-US" sz="1000" dirty="0"/>
            </a:p>
          </p:txBody>
        </p:sp>
      </p:grpSp>
      <p:sp>
        <p:nvSpPr>
          <p:cNvPr id="27" name="Text 21">
            <a:extLst>
              <a:ext uri="{FF2B5EF4-FFF2-40B4-BE49-F238E27FC236}">
                <a16:creationId xmlns:a16="http://schemas.microsoft.com/office/drawing/2014/main" id="{D96661B9-E542-8053-08E0-B8EA6FBEE99E}"/>
              </a:ext>
            </a:extLst>
          </p:cNvPr>
          <p:cNvSpPr txBox="1"/>
          <p:nvPr/>
        </p:nvSpPr>
        <p:spPr>
          <a:xfrm>
            <a:off x="1056603" y="2465409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000" dirty="0" err="1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1000" dirty="0"/>
          </a:p>
        </p:txBody>
      </p:sp>
      <p:sp>
        <p:nvSpPr>
          <p:cNvPr id="28" name="code create_board">
            <a:extLst>
              <a:ext uri="{FF2B5EF4-FFF2-40B4-BE49-F238E27FC236}">
                <a16:creationId xmlns:a16="http://schemas.microsoft.com/office/drawing/2014/main" id="{307BE8D3-F2CC-AEAD-4C7A-9CAA01778BD6}"/>
              </a:ext>
            </a:extLst>
          </p:cNvPr>
          <p:cNvSpPr/>
          <p:nvPr/>
        </p:nvSpPr>
        <p:spPr>
          <a:xfrm>
            <a:off x="4118373" y="660376"/>
            <a:ext cx="4726923" cy="1693685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class cpu: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def __init__(self, size = 10):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self.size = 10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self.parity = random.choice([0,1])</a:t>
            </a: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35D99C7E-E3F4-BA12-D5D4-26F05DD3D895}"/>
              </a:ext>
            </a:extLst>
          </p:cNvPr>
          <p:cNvSpPr/>
          <p:nvPr/>
        </p:nvSpPr>
        <p:spPr>
          <a:xfrm>
            <a:off x="4231583" y="694409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EBBFFA3F-D471-FFBB-EB99-97D6038725CF}"/>
              </a:ext>
            </a:extLst>
          </p:cNvPr>
          <p:cNvSpPr/>
          <p:nvPr/>
        </p:nvSpPr>
        <p:spPr>
          <a:xfrm>
            <a:off x="4387031" y="694409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A942A0B8-224B-51D5-1131-4902412E8FAA}"/>
              </a:ext>
            </a:extLst>
          </p:cNvPr>
          <p:cNvSpPr/>
          <p:nvPr/>
        </p:nvSpPr>
        <p:spPr>
          <a:xfrm>
            <a:off x="4542479" y="694409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-2270264" y="79345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bot.py · medium</a:t>
            </a:r>
            <a:r>
              <a:rPr lang="en-US" sz="2400" dirty="0"/>
              <a:t> </a:t>
            </a:r>
            <a:r>
              <a:rPr lang="en-US" sz="2400" dirty="0" err="1"/>
              <a:t>cpu</a:t>
            </a:r>
            <a:endParaRPr lang="en-US" sz="2400" dirty="0"/>
          </a:p>
        </p:txBody>
      </p:sp>
      <p:sp>
        <p:nvSpPr>
          <p:cNvPr id="55" name="code hard_cpu"/>
          <p:cNvSpPr/>
          <p:nvPr/>
        </p:nvSpPr>
        <p:spPr>
          <a:xfrm>
            <a:off x="3357219" y="736230"/>
            <a:ext cx="5380529" cy="3988106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6" name="Shape 54"/>
          <p:cNvSpPr/>
          <p:nvPr/>
        </p:nvSpPr>
        <p:spPr>
          <a:xfrm>
            <a:off x="3483880" y="844499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7" name="Shape 55"/>
          <p:cNvSpPr/>
          <p:nvPr/>
        </p:nvSpPr>
        <p:spPr>
          <a:xfrm>
            <a:off x="3639328" y="844499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8" name="Shape 56"/>
          <p:cNvSpPr/>
          <p:nvPr/>
        </p:nvSpPr>
        <p:spPr>
          <a:xfrm>
            <a:off x="3794776" y="844499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 txBox="1"/>
          <p:nvPr/>
        </p:nvSpPr>
        <p:spPr>
          <a:xfrm>
            <a:off x="4078240" y="780491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medium_cpu</a:t>
            </a:r>
            <a:endParaRPr lang="en-US" sz="10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66A92DE-F92F-C1AF-4EC5-C17D07BD6FBC}"/>
              </a:ext>
            </a:extLst>
          </p:cNvPr>
          <p:cNvSpPr txBox="1"/>
          <p:nvPr/>
        </p:nvSpPr>
        <p:spPr>
          <a:xfrm>
            <a:off x="3444736" y="1024815"/>
            <a:ext cx="10190603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def medium_cpu(self, player_board):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hit_boxes = []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for hit_rows in range(self.size):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hit_columns in range(self.size):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s-419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player_board[hit_rows, hit_columns] == '❎':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hit_boxes.append((hit_rows, hit_columns))</a:t>
            </a:r>
          </a:p>
          <a:p>
            <a:endParaRPr lang="es-419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(hit_rows, hit_columns) in hit_boxes: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419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boxes_around = [(0,1), (1,0), (-1,0), (0,-1)]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around_rows, around_columns in boxes_around: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new_rows = around_rows + hit_rows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new_columns = around_columns + hit_columns</a:t>
            </a:r>
          </a:p>
          <a:p>
            <a:endParaRPr lang="es-419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s-419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(new_rows &gt;= 0 and new_rows &lt; self.size and </a:t>
            </a:r>
          </a:p>
          <a:p>
            <a:r>
              <a:rPr lang="es-419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new_columns &gt;= 0 and new_columns &lt; self.size):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(player_board[new_rows, new_columns] == '⬜' or 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player_board[new_rows, new_columns] == '⛵'):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return (new_rows, new_columns)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</a:p>
          <a:p>
            <a:r>
              <a:rPr lang="es-419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self.easy_cpu(player_board)</a:t>
            </a:r>
            <a:endParaRPr lang="es-419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Shape 1">
            <a:extLst>
              <a:ext uri="{FF2B5EF4-FFF2-40B4-BE49-F238E27FC236}">
                <a16:creationId xmlns:a16="http://schemas.microsoft.com/office/drawing/2014/main" id="{22EFAEB0-4916-A5F5-1AF8-1FE930A84524}"/>
              </a:ext>
            </a:extLst>
          </p:cNvPr>
          <p:cNvSpPr/>
          <p:nvPr/>
        </p:nvSpPr>
        <p:spPr>
          <a:xfrm>
            <a:off x="568210" y="13045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2">
            <a:extLst>
              <a:ext uri="{FF2B5EF4-FFF2-40B4-BE49-F238E27FC236}">
                <a16:creationId xmlns:a16="http://schemas.microsoft.com/office/drawing/2014/main" id="{3F5A1983-6827-3FF3-2098-1681B737DA40}"/>
              </a:ext>
            </a:extLst>
          </p:cNvPr>
          <p:cNvSpPr/>
          <p:nvPr/>
        </p:nvSpPr>
        <p:spPr>
          <a:xfrm>
            <a:off x="1025410" y="13045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1724621A-C2F3-BC2A-E936-5AD910A0BB06}"/>
              </a:ext>
            </a:extLst>
          </p:cNvPr>
          <p:cNvSpPr/>
          <p:nvPr/>
        </p:nvSpPr>
        <p:spPr>
          <a:xfrm>
            <a:off x="1482610" y="13045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7" name="Shape 4">
            <a:extLst>
              <a:ext uri="{FF2B5EF4-FFF2-40B4-BE49-F238E27FC236}">
                <a16:creationId xmlns:a16="http://schemas.microsoft.com/office/drawing/2014/main" id="{AC0E53DE-47EC-190D-E0A7-3E31BFDC5965}"/>
              </a:ext>
            </a:extLst>
          </p:cNvPr>
          <p:cNvSpPr/>
          <p:nvPr/>
        </p:nvSpPr>
        <p:spPr>
          <a:xfrm>
            <a:off x="1939810" y="13045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8" name="Shape 5">
            <a:extLst>
              <a:ext uri="{FF2B5EF4-FFF2-40B4-BE49-F238E27FC236}">
                <a16:creationId xmlns:a16="http://schemas.microsoft.com/office/drawing/2014/main" id="{F2326DBA-E077-165B-304C-3CD0E7FB7771}"/>
              </a:ext>
            </a:extLst>
          </p:cNvPr>
          <p:cNvSpPr/>
          <p:nvPr/>
        </p:nvSpPr>
        <p:spPr>
          <a:xfrm>
            <a:off x="2397010" y="13045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Shape 6">
            <a:extLst>
              <a:ext uri="{FF2B5EF4-FFF2-40B4-BE49-F238E27FC236}">
                <a16:creationId xmlns:a16="http://schemas.microsoft.com/office/drawing/2014/main" id="{AB459486-D109-CC99-B714-AF6F58B696B6}"/>
              </a:ext>
            </a:extLst>
          </p:cNvPr>
          <p:cNvSpPr/>
          <p:nvPr/>
        </p:nvSpPr>
        <p:spPr>
          <a:xfrm>
            <a:off x="568210" y="17617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0" name="Shape 7">
            <a:extLst>
              <a:ext uri="{FF2B5EF4-FFF2-40B4-BE49-F238E27FC236}">
                <a16:creationId xmlns:a16="http://schemas.microsoft.com/office/drawing/2014/main" id="{AFB6C06A-0ED2-4A58-9B06-FB92E4C89A60}"/>
              </a:ext>
            </a:extLst>
          </p:cNvPr>
          <p:cNvSpPr/>
          <p:nvPr/>
        </p:nvSpPr>
        <p:spPr>
          <a:xfrm>
            <a:off x="1025410" y="17617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Shape 8">
            <a:extLst>
              <a:ext uri="{FF2B5EF4-FFF2-40B4-BE49-F238E27FC236}">
                <a16:creationId xmlns:a16="http://schemas.microsoft.com/office/drawing/2014/main" id="{DE5FCB6C-37E5-0D71-7CFF-44B29EE18982}"/>
              </a:ext>
            </a:extLst>
          </p:cNvPr>
          <p:cNvSpPr/>
          <p:nvPr/>
        </p:nvSpPr>
        <p:spPr>
          <a:xfrm>
            <a:off x="1482610" y="1761760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2" name="Shape 9">
            <a:extLst>
              <a:ext uri="{FF2B5EF4-FFF2-40B4-BE49-F238E27FC236}">
                <a16:creationId xmlns:a16="http://schemas.microsoft.com/office/drawing/2014/main" id="{D9E9B1B2-A75A-CAA5-2FD3-517DF7B0B1E1}"/>
              </a:ext>
            </a:extLst>
          </p:cNvPr>
          <p:cNvSpPr/>
          <p:nvPr/>
        </p:nvSpPr>
        <p:spPr>
          <a:xfrm>
            <a:off x="1939810" y="17617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3" name="Shape 10">
            <a:extLst>
              <a:ext uri="{FF2B5EF4-FFF2-40B4-BE49-F238E27FC236}">
                <a16:creationId xmlns:a16="http://schemas.microsoft.com/office/drawing/2014/main" id="{C1E5290A-C729-0F15-E438-BE96BE8407A4}"/>
              </a:ext>
            </a:extLst>
          </p:cNvPr>
          <p:cNvSpPr/>
          <p:nvPr/>
        </p:nvSpPr>
        <p:spPr>
          <a:xfrm>
            <a:off x="2397010" y="17617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4" name="Shape 11">
            <a:extLst>
              <a:ext uri="{FF2B5EF4-FFF2-40B4-BE49-F238E27FC236}">
                <a16:creationId xmlns:a16="http://schemas.microsoft.com/office/drawing/2014/main" id="{4DA36B25-13EB-CF4C-3745-B1E74ED11CFD}"/>
              </a:ext>
            </a:extLst>
          </p:cNvPr>
          <p:cNvSpPr/>
          <p:nvPr/>
        </p:nvSpPr>
        <p:spPr>
          <a:xfrm>
            <a:off x="568210" y="22189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Shape 12">
            <a:extLst>
              <a:ext uri="{FF2B5EF4-FFF2-40B4-BE49-F238E27FC236}">
                <a16:creationId xmlns:a16="http://schemas.microsoft.com/office/drawing/2014/main" id="{37993823-F617-1357-68D0-BAE254B7C7FA}"/>
              </a:ext>
            </a:extLst>
          </p:cNvPr>
          <p:cNvSpPr/>
          <p:nvPr/>
        </p:nvSpPr>
        <p:spPr>
          <a:xfrm>
            <a:off x="1025410" y="2218960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6" name="Shape 13">
            <a:extLst>
              <a:ext uri="{FF2B5EF4-FFF2-40B4-BE49-F238E27FC236}">
                <a16:creationId xmlns:a16="http://schemas.microsoft.com/office/drawing/2014/main" id="{231A0515-80A4-4FF1-3716-2F3E430E8A93}"/>
              </a:ext>
            </a:extLst>
          </p:cNvPr>
          <p:cNvSpPr/>
          <p:nvPr/>
        </p:nvSpPr>
        <p:spPr>
          <a:xfrm>
            <a:off x="1482610" y="2218960"/>
            <a:ext cx="45720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Shape 14">
            <a:extLst>
              <a:ext uri="{FF2B5EF4-FFF2-40B4-BE49-F238E27FC236}">
                <a16:creationId xmlns:a16="http://schemas.microsoft.com/office/drawing/2014/main" id="{14E3E121-AAA2-B4BE-95F0-C0528C263418}"/>
              </a:ext>
            </a:extLst>
          </p:cNvPr>
          <p:cNvSpPr/>
          <p:nvPr/>
        </p:nvSpPr>
        <p:spPr>
          <a:xfrm>
            <a:off x="1939810" y="2218960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8" name="Shape 15">
            <a:extLst>
              <a:ext uri="{FF2B5EF4-FFF2-40B4-BE49-F238E27FC236}">
                <a16:creationId xmlns:a16="http://schemas.microsoft.com/office/drawing/2014/main" id="{F59AF22D-BF95-DB02-9DA7-76C5534ADB05}"/>
              </a:ext>
            </a:extLst>
          </p:cNvPr>
          <p:cNvSpPr/>
          <p:nvPr/>
        </p:nvSpPr>
        <p:spPr>
          <a:xfrm>
            <a:off x="2397010" y="22189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9" name="Shape 16">
            <a:extLst>
              <a:ext uri="{FF2B5EF4-FFF2-40B4-BE49-F238E27FC236}">
                <a16:creationId xmlns:a16="http://schemas.microsoft.com/office/drawing/2014/main" id="{0E940FDB-6013-48D8-CAFC-B348EC0FD209}"/>
              </a:ext>
            </a:extLst>
          </p:cNvPr>
          <p:cNvSpPr/>
          <p:nvPr/>
        </p:nvSpPr>
        <p:spPr>
          <a:xfrm>
            <a:off x="568210" y="26761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0" name="Shape 17">
            <a:extLst>
              <a:ext uri="{FF2B5EF4-FFF2-40B4-BE49-F238E27FC236}">
                <a16:creationId xmlns:a16="http://schemas.microsoft.com/office/drawing/2014/main" id="{C1C73657-9AE8-DFA1-7019-51967DCDE064}"/>
              </a:ext>
            </a:extLst>
          </p:cNvPr>
          <p:cNvSpPr/>
          <p:nvPr/>
        </p:nvSpPr>
        <p:spPr>
          <a:xfrm>
            <a:off x="1025410" y="26761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Shape 18">
            <a:extLst>
              <a:ext uri="{FF2B5EF4-FFF2-40B4-BE49-F238E27FC236}">
                <a16:creationId xmlns:a16="http://schemas.microsoft.com/office/drawing/2014/main" id="{EA30B93E-F959-E222-FFE5-CBAD3B9D4B03}"/>
              </a:ext>
            </a:extLst>
          </p:cNvPr>
          <p:cNvSpPr/>
          <p:nvPr/>
        </p:nvSpPr>
        <p:spPr>
          <a:xfrm>
            <a:off x="1482610" y="2676160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2" name="Shape 19">
            <a:extLst>
              <a:ext uri="{FF2B5EF4-FFF2-40B4-BE49-F238E27FC236}">
                <a16:creationId xmlns:a16="http://schemas.microsoft.com/office/drawing/2014/main" id="{1B6348B1-2B96-2002-2E63-5975467281D1}"/>
              </a:ext>
            </a:extLst>
          </p:cNvPr>
          <p:cNvSpPr/>
          <p:nvPr/>
        </p:nvSpPr>
        <p:spPr>
          <a:xfrm>
            <a:off x="1939810" y="26761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Shape 20">
            <a:extLst>
              <a:ext uri="{FF2B5EF4-FFF2-40B4-BE49-F238E27FC236}">
                <a16:creationId xmlns:a16="http://schemas.microsoft.com/office/drawing/2014/main" id="{24E2D43C-A881-4DD9-699B-8BF275B648BF}"/>
              </a:ext>
            </a:extLst>
          </p:cNvPr>
          <p:cNvSpPr/>
          <p:nvPr/>
        </p:nvSpPr>
        <p:spPr>
          <a:xfrm>
            <a:off x="2397010" y="26761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4" name="Shape 21">
            <a:extLst>
              <a:ext uri="{FF2B5EF4-FFF2-40B4-BE49-F238E27FC236}">
                <a16:creationId xmlns:a16="http://schemas.microsoft.com/office/drawing/2014/main" id="{1642D4E1-A722-DBB2-E703-DC36D32E81FD}"/>
              </a:ext>
            </a:extLst>
          </p:cNvPr>
          <p:cNvSpPr/>
          <p:nvPr/>
        </p:nvSpPr>
        <p:spPr>
          <a:xfrm>
            <a:off x="568210" y="31333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5" name="Shape 22">
            <a:extLst>
              <a:ext uri="{FF2B5EF4-FFF2-40B4-BE49-F238E27FC236}">
                <a16:creationId xmlns:a16="http://schemas.microsoft.com/office/drawing/2014/main" id="{4EB837AD-0073-DF3A-0D16-22F27C63F74C}"/>
              </a:ext>
            </a:extLst>
          </p:cNvPr>
          <p:cNvSpPr/>
          <p:nvPr/>
        </p:nvSpPr>
        <p:spPr>
          <a:xfrm>
            <a:off x="1025410" y="31333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6" name="Shape 23">
            <a:extLst>
              <a:ext uri="{FF2B5EF4-FFF2-40B4-BE49-F238E27FC236}">
                <a16:creationId xmlns:a16="http://schemas.microsoft.com/office/drawing/2014/main" id="{95C5965C-E34C-5E2B-1521-A59783B2F0EC}"/>
              </a:ext>
            </a:extLst>
          </p:cNvPr>
          <p:cNvSpPr/>
          <p:nvPr/>
        </p:nvSpPr>
        <p:spPr>
          <a:xfrm>
            <a:off x="1482610" y="31333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Shape 24">
            <a:extLst>
              <a:ext uri="{FF2B5EF4-FFF2-40B4-BE49-F238E27FC236}">
                <a16:creationId xmlns:a16="http://schemas.microsoft.com/office/drawing/2014/main" id="{E11DCB4C-C31D-4DE2-27F1-1BFBD419AAD6}"/>
              </a:ext>
            </a:extLst>
          </p:cNvPr>
          <p:cNvSpPr/>
          <p:nvPr/>
        </p:nvSpPr>
        <p:spPr>
          <a:xfrm>
            <a:off x="1939810" y="31333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8" name="Shape 25">
            <a:extLst>
              <a:ext uri="{FF2B5EF4-FFF2-40B4-BE49-F238E27FC236}">
                <a16:creationId xmlns:a16="http://schemas.microsoft.com/office/drawing/2014/main" id="{A2305B24-B8A7-CCA2-D65E-DAA8B40CF870}"/>
              </a:ext>
            </a:extLst>
          </p:cNvPr>
          <p:cNvSpPr/>
          <p:nvPr/>
        </p:nvSpPr>
        <p:spPr>
          <a:xfrm>
            <a:off x="2397010" y="3133360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10219D21-1704-99EF-2E4A-E941C81786E8}"/>
              </a:ext>
            </a:extLst>
          </p:cNvPr>
          <p:cNvSpPr txBox="1"/>
          <p:nvPr/>
        </p:nvSpPr>
        <p:spPr>
          <a:xfrm>
            <a:off x="568210" y="3682000"/>
            <a:ext cx="2552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</a:rPr>
              <a:t>Medium: tras un ❎ dispara a los 4 </a:t>
            </a:r>
            <a:r>
              <a:rPr lang="en-US" sz="1400" dirty="0" err="1">
                <a:solidFill>
                  <a:srgbClr val="1E293B"/>
                </a:solidFill>
              </a:rPr>
              <a:t>vecinos</a:t>
            </a:r>
            <a:r>
              <a:rPr lang="en-US" sz="1400" dirty="0">
                <a:solidFill>
                  <a:srgbClr val="1E293B"/>
                </a:solidFill>
              </a:rPr>
              <a:t>. Si no hay ❎ </a:t>
            </a:r>
            <a:r>
              <a:rPr lang="en-US" sz="1400" dirty="0">
                <a:solidFill>
                  <a:srgbClr val="1E293B"/>
                </a:solidFill>
                <a:sym typeface="Wingdings" pitchFamily="2" charset="2"/>
              </a:rPr>
              <a:t> </a:t>
            </a:r>
            <a:r>
              <a:rPr lang="en-US" sz="1400" dirty="0" err="1">
                <a:solidFill>
                  <a:srgbClr val="1E293B"/>
                </a:solidFill>
                <a:sym typeface="Wingdings" pitchFamily="2" charset="2"/>
              </a:rPr>
              <a:t>Easy.cpu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9A11-C51B-1294-88B4-17FD27D6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C73683-2A2B-0406-8F48-505CF374D9A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-2619929" y="9853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bot.py · hard</a:t>
            </a:r>
            <a:r>
              <a:rPr lang="en-US" sz="2400" dirty="0"/>
              <a:t> </a:t>
            </a:r>
            <a:r>
              <a:rPr lang="en-US" sz="2400" dirty="0" err="1"/>
              <a:t>cpu</a:t>
            </a:r>
            <a:endParaRPr lang="en-US" sz="2400" dirty="0"/>
          </a:p>
        </p:txBody>
      </p:sp>
      <p:sp>
        <p:nvSpPr>
          <p:cNvPr id="55" name="code hard_cpu">
            <a:extLst>
              <a:ext uri="{FF2B5EF4-FFF2-40B4-BE49-F238E27FC236}">
                <a16:creationId xmlns:a16="http://schemas.microsoft.com/office/drawing/2014/main" id="{A1EE3338-71CB-6F3D-977E-349805480FF4}"/>
              </a:ext>
            </a:extLst>
          </p:cNvPr>
          <p:cNvSpPr/>
          <p:nvPr/>
        </p:nvSpPr>
        <p:spPr>
          <a:xfrm>
            <a:off x="3137031" y="699248"/>
            <a:ext cx="5697688" cy="4135294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CA498FC-011F-E5F3-96E5-C52FF72B60FA}"/>
              </a:ext>
            </a:extLst>
          </p:cNvPr>
          <p:cNvSpPr/>
          <p:nvPr/>
        </p:nvSpPr>
        <p:spPr>
          <a:xfrm>
            <a:off x="3287443" y="844073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58C31F81-1F11-5709-3D52-17C43C6621D9}"/>
              </a:ext>
            </a:extLst>
          </p:cNvPr>
          <p:cNvSpPr/>
          <p:nvPr/>
        </p:nvSpPr>
        <p:spPr>
          <a:xfrm>
            <a:off x="3442891" y="844073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8ADBAFD8-E345-1F4F-78F9-91B942BD7A84}"/>
              </a:ext>
            </a:extLst>
          </p:cNvPr>
          <p:cNvSpPr/>
          <p:nvPr/>
        </p:nvSpPr>
        <p:spPr>
          <a:xfrm>
            <a:off x="3598339" y="844073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CD4C9AF-B425-F9F0-A2F8-293AB56B03FE}"/>
              </a:ext>
            </a:extLst>
          </p:cNvPr>
          <p:cNvSpPr txBox="1"/>
          <p:nvPr/>
        </p:nvSpPr>
        <p:spPr>
          <a:xfrm>
            <a:off x="3930619" y="775493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hard_cpu</a:t>
            </a:r>
            <a:endParaRPr lang="en-US" sz="1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0E94B1-26AD-C674-A4C1-EC18EF7B85A2}"/>
              </a:ext>
            </a:extLst>
          </p:cNvPr>
          <p:cNvSpPr txBox="1"/>
          <p:nvPr/>
        </p:nvSpPr>
        <p:spPr>
          <a:xfrm>
            <a:off x="3213847" y="1018112"/>
            <a:ext cx="587321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def hard_cpu(self, player_board):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hit_boxes = []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hit_rows in range(self.size):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hit_columns in range(self.size):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player_board[hit_rows, hit_columns] == '❎':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hit_boxes.append((hit_rows, hit_columns))</a:t>
            </a:r>
          </a:p>
          <a:p>
            <a:endParaRPr lang="es-419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if len(hit_boxes) &gt; 0: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self.medium_cpu(player_board)</a:t>
            </a:r>
          </a:p>
          <a:p>
            <a:endParaRPr lang="es-419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pair_boxes = []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pair_rows in range(self.size):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pair_columns in range(self.size):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pair_box = player_board[pair_rows, pair_columns] 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pair_box in ('⬜', '⛵'):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(pair_rows + pair_columns) % 2 == </a:t>
            </a:r>
            <a:r>
              <a:rPr lang="es-419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self.parity</a:t>
            </a:r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pair_boxes.append((pair_rows, pair_columns))</a:t>
            </a:r>
          </a:p>
          <a:p>
            <a:endParaRPr lang="es-419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if len(pair_boxes) &gt; 0:</a:t>
            </a: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random.choice(pair_boxes)</a:t>
            </a:r>
          </a:p>
          <a:p>
            <a:endParaRPr lang="es-419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419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self.easy_cpu(player_board)</a:t>
            </a:r>
          </a:p>
        </p:txBody>
      </p:sp>
      <p:sp>
        <p:nvSpPr>
          <p:cNvPr id="5" name="Shape 27">
            <a:extLst>
              <a:ext uri="{FF2B5EF4-FFF2-40B4-BE49-F238E27FC236}">
                <a16:creationId xmlns:a16="http://schemas.microsoft.com/office/drawing/2014/main" id="{08E170EC-D91E-47DC-120F-C8B5AD1BCDE2}"/>
              </a:ext>
            </a:extLst>
          </p:cNvPr>
          <p:cNvSpPr/>
          <p:nvPr/>
        </p:nvSpPr>
        <p:spPr>
          <a:xfrm>
            <a:off x="463834" y="14601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AE3FEE1D-F667-2398-86AA-30140D448EF2}"/>
              </a:ext>
            </a:extLst>
          </p:cNvPr>
          <p:cNvSpPr/>
          <p:nvPr/>
        </p:nvSpPr>
        <p:spPr>
          <a:xfrm>
            <a:off x="921034" y="14601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29">
            <a:extLst>
              <a:ext uri="{FF2B5EF4-FFF2-40B4-BE49-F238E27FC236}">
                <a16:creationId xmlns:a16="http://schemas.microsoft.com/office/drawing/2014/main" id="{CDFDE5CB-BC7B-D434-3B08-7CD981F135A4}"/>
              </a:ext>
            </a:extLst>
          </p:cNvPr>
          <p:cNvSpPr/>
          <p:nvPr/>
        </p:nvSpPr>
        <p:spPr>
          <a:xfrm>
            <a:off x="1378234" y="14601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30">
            <a:extLst>
              <a:ext uri="{FF2B5EF4-FFF2-40B4-BE49-F238E27FC236}">
                <a16:creationId xmlns:a16="http://schemas.microsoft.com/office/drawing/2014/main" id="{9C368A8E-EEF0-0178-0179-4C991C6C2D59}"/>
              </a:ext>
            </a:extLst>
          </p:cNvPr>
          <p:cNvSpPr/>
          <p:nvPr/>
        </p:nvSpPr>
        <p:spPr>
          <a:xfrm>
            <a:off x="1835434" y="14601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31">
            <a:extLst>
              <a:ext uri="{FF2B5EF4-FFF2-40B4-BE49-F238E27FC236}">
                <a16:creationId xmlns:a16="http://schemas.microsoft.com/office/drawing/2014/main" id="{E0EA8528-2A05-DFEC-8B83-0C2CF98C4C6F}"/>
              </a:ext>
            </a:extLst>
          </p:cNvPr>
          <p:cNvSpPr/>
          <p:nvPr/>
        </p:nvSpPr>
        <p:spPr>
          <a:xfrm>
            <a:off x="2292634" y="14601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32">
            <a:extLst>
              <a:ext uri="{FF2B5EF4-FFF2-40B4-BE49-F238E27FC236}">
                <a16:creationId xmlns:a16="http://schemas.microsoft.com/office/drawing/2014/main" id="{94E14CB2-1DD3-FBDC-39CB-0C8384FE44F5}"/>
              </a:ext>
            </a:extLst>
          </p:cNvPr>
          <p:cNvSpPr/>
          <p:nvPr/>
        </p:nvSpPr>
        <p:spPr>
          <a:xfrm>
            <a:off x="463834" y="19173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33">
            <a:extLst>
              <a:ext uri="{FF2B5EF4-FFF2-40B4-BE49-F238E27FC236}">
                <a16:creationId xmlns:a16="http://schemas.microsoft.com/office/drawing/2014/main" id="{0582CB2D-78F7-A4EF-40E2-E58455E85555}"/>
              </a:ext>
            </a:extLst>
          </p:cNvPr>
          <p:cNvSpPr/>
          <p:nvPr/>
        </p:nvSpPr>
        <p:spPr>
          <a:xfrm>
            <a:off x="921034" y="19173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34">
            <a:extLst>
              <a:ext uri="{FF2B5EF4-FFF2-40B4-BE49-F238E27FC236}">
                <a16:creationId xmlns:a16="http://schemas.microsoft.com/office/drawing/2014/main" id="{321D50F4-6E22-BE74-A556-E0BA849F379E}"/>
              </a:ext>
            </a:extLst>
          </p:cNvPr>
          <p:cNvSpPr/>
          <p:nvPr/>
        </p:nvSpPr>
        <p:spPr>
          <a:xfrm>
            <a:off x="1378234" y="19173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Shape 35">
            <a:extLst>
              <a:ext uri="{FF2B5EF4-FFF2-40B4-BE49-F238E27FC236}">
                <a16:creationId xmlns:a16="http://schemas.microsoft.com/office/drawing/2014/main" id="{88B3AE5F-A1EE-12DE-D8BD-86C04FBAA2FB}"/>
              </a:ext>
            </a:extLst>
          </p:cNvPr>
          <p:cNvSpPr/>
          <p:nvPr/>
        </p:nvSpPr>
        <p:spPr>
          <a:xfrm>
            <a:off x="1835434" y="19173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Shape 36">
            <a:extLst>
              <a:ext uri="{FF2B5EF4-FFF2-40B4-BE49-F238E27FC236}">
                <a16:creationId xmlns:a16="http://schemas.microsoft.com/office/drawing/2014/main" id="{7F757AA0-85D8-40A1-6233-448A2FEE3115}"/>
              </a:ext>
            </a:extLst>
          </p:cNvPr>
          <p:cNvSpPr/>
          <p:nvPr/>
        </p:nvSpPr>
        <p:spPr>
          <a:xfrm>
            <a:off x="2292634" y="19173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37">
            <a:extLst>
              <a:ext uri="{FF2B5EF4-FFF2-40B4-BE49-F238E27FC236}">
                <a16:creationId xmlns:a16="http://schemas.microsoft.com/office/drawing/2014/main" id="{B6899F97-0AB1-1FB5-DD58-E90FDF1DC1A3}"/>
              </a:ext>
            </a:extLst>
          </p:cNvPr>
          <p:cNvSpPr/>
          <p:nvPr/>
        </p:nvSpPr>
        <p:spPr>
          <a:xfrm>
            <a:off x="463834" y="23745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06BC013D-FAA4-690C-A2FC-B233CB125478}"/>
              </a:ext>
            </a:extLst>
          </p:cNvPr>
          <p:cNvSpPr/>
          <p:nvPr/>
        </p:nvSpPr>
        <p:spPr>
          <a:xfrm>
            <a:off x="921034" y="23745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Shape 39">
            <a:extLst>
              <a:ext uri="{FF2B5EF4-FFF2-40B4-BE49-F238E27FC236}">
                <a16:creationId xmlns:a16="http://schemas.microsoft.com/office/drawing/2014/main" id="{D81D7E99-EF4A-E084-7917-C6860154F124}"/>
              </a:ext>
            </a:extLst>
          </p:cNvPr>
          <p:cNvSpPr/>
          <p:nvPr/>
        </p:nvSpPr>
        <p:spPr>
          <a:xfrm>
            <a:off x="1378234" y="23745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Shape 40">
            <a:extLst>
              <a:ext uri="{FF2B5EF4-FFF2-40B4-BE49-F238E27FC236}">
                <a16:creationId xmlns:a16="http://schemas.microsoft.com/office/drawing/2014/main" id="{9C09E222-0FD5-3B8E-9E02-0DCDC63D06FC}"/>
              </a:ext>
            </a:extLst>
          </p:cNvPr>
          <p:cNvSpPr/>
          <p:nvPr/>
        </p:nvSpPr>
        <p:spPr>
          <a:xfrm>
            <a:off x="1835434" y="23745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Shape 41">
            <a:extLst>
              <a:ext uri="{FF2B5EF4-FFF2-40B4-BE49-F238E27FC236}">
                <a16:creationId xmlns:a16="http://schemas.microsoft.com/office/drawing/2014/main" id="{B41C7AA2-BD52-C383-A301-CF1932916414}"/>
              </a:ext>
            </a:extLst>
          </p:cNvPr>
          <p:cNvSpPr/>
          <p:nvPr/>
        </p:nvSpPr>
        <p:spPr>
          <a:xfrm>
            <a:off x="2292634" y="23745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42">
            <a:extLst>
              <a:ext uri="{FF2B5EF4-FFF2-40B4-BE49-F238E27FC236}">
                <a16:creationId xmlns:a16="http://schemas.microsoft.com/office/drawing/2014/main" id="{62E63639-C2BB-14DF-C828-B502786ED451}"/>
              </a:ext>
            </a:extLst>
          </p:cNvPr>
          <p:cNvSpPr/>
          <p:nvPr/>
        </p:nvSpPr>
        <p:spPr>
          <a:xfrm>
            <a:off x="463834" y="28317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43">
            <a:extLst>
              <a:ext uri="{FF2B5EF4-FFF2-40B4-BE49-F238E27FC236}">
                <a16:creationId xmlns:a16="http://schemas.microsoft.com/office/drawing/2014/main" id="{EF75D4F1-B15C-5F24-8D38-180358B86D8F}"/>
              </a:ext>
            </a:extLst>
          </p:cNvPr>
          <p:cNvSpPr/>
          <p:nvPr/>
        </p:nvSpPr>
        <p:spPr>
          <a:xfrm>
            <a:off x="921034" y="28317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44">
            <a:extLst>
              <a:ext uri="{FF2B5EF4-FFF2-40B4-BE49-F238E27FC236}">
                <a16:creationId xmlns:a16="http://schemas.microsoft.com/office/drawing/2014/main" id="{BAC32FE0-E239-AFC8-7A4F-B7F270AF10D7}"/>
              </a:ext>
            </a:extLst>
          </p:cNvPr>
          <p:cNvSpPr/>
          <p:nvPr/>
        </p:nvSpPr>
        <p:spPr>
          <a:xfrm>
            <a:off x="1378234" y="28317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Shape 45">
            <a:extLst>
              <a:ext uri="{FF2B5EF4-FFF2-40B4-BE49-F238E27FC236}">
                <a16:creationId xmlns:a16="http://schemas.microsoft.com/office/drawing/2014/main" id="{C2C22314-2E2D-91F2-4164-754141ABE266}"/>
              </a:ext>
            </a:extLst>
          </p:cNvPr>
          <p:cNvSpPr/>
          <p:nvPr/>
        </p:nvSpPr>
        <p:spPr>
          <a:xfrm>
            <a:off x="1835434" y="28317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Shape 46">
            <a:extLst>
              <a:ext uri="{FF2B5EF4-FFF2-40B4-BE49-F238E27FC236}">
                <a16:creationId xmlns:a16="http://schemas.microsoft.com/office/drawing/2014/main" id="{B69C4C52-BEA4-C5C4-9606-126A1DDC483C}"/>
              </a:ext>
            </a:extLst>
          </p:cNvPr>
          <p:cNvSpPr/>
          <p:nvPr/>
        </p:nvSpPr>
        <p:spPr>
          <a:xfrm>
            <a:off x="2292634" y="28317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Shape 47">
            <a:extLst>
              <a:ext uri="{FF2B5EF4-FFF2-40B4-BE49-F238E27FC236}">
                <a16:creationId xmlns:a16="http://schemas.microsoft.com/office/drawing/2014/main" id="{EEE70776-6DD1-B742-AE88-8CE35B7133B9}"/>
              </a:ext>
            </a:extLst>
          </p:cNvPr>
          <p:cNvSpPr/>
          <p:nvPr/>
        </p:nvSpPr>
        <p:spPr>
          <a:xfrm>
            <a:off x="463834" y="32889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Shape 48">
            <a:extLst>
              <a:ext uri="{FF2B5EF4-FFF2-40B4-BE49-F238E27FC236}">
                <a16:creationId xmlns:a16="http://schemas.microsoft.com/office/drawing/2014/main" id="{09CB260D-3594-BE3A-05DA-7173F68DA906}"/>
              </a:ext>
            </a:extLst>
          </p:cNvPr>
          <p:cNvSpPr/>
          <p:nvPr/>
        </p:nvSpPr>
        <p:spPr>
          <a:xfrm>
            <a:off x="921034" y="32889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49">
            <a:extLst>
              <a:ext uri="{FF2B5EF4-FFF2-40B4-BE49-F238E27FC236}">
                <a16:creationId xmlns:a16="http://schemas.microsoft.com/office/drawing/2014/main" id="{D9378154-880B-AA1C-9F53-5E2E7A9D13C7}"/>
              </a:ext>
            </a:extLst>
          </p:cNvPr>
          <p:cNvSpPr/>
          <p:nvPr/>
        </p:nvSpPr>
        <p:spPr>
          <a:xfrm>
            <a:off x="1378234" y="32889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Shape 50">
            <a:extLst>
              <a:ext uri="{FF2B5EF4-FFF2-40B4-BE49-F238E27FC236}">
                <a16:creationId xmlns:a16="http://schemas.microsoft.com/office/drawing/2014/main" id="{067A5B91-6FDC-D597-A319-C22B4AD72198}"/>
              </a:ext>
            </a:extLst>
          </p:cNvPr>
          <p:cNvSpPr/>
          <p:nvPr/>
        </p:nvSpPr>
        <p:spPr>
          <a:xfrm>
            <a:off x="1835434" y="3288947"/>
            <a:ext cx="4572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Shape 51">
            <a:extLst>
              <a:ext uri="{FF2B5EF4-FFF2-40B4-BE49-F238E27FC236}">
                <a16:creationId xmlns:a16="http://schemas.microsoft.com/office/drawing/2014/main" id="{A17D7440-C2DB-87F5-9FC2-0303D60DF13E}"/>
              </a:ext>
            </a:extLst>
          </p:cNvPr>
          <p:cNvSpPr/>
          <p:nvPr/>
        </p:nvSpPr>
        <p:spPr>
          <a:xfrm>
            <a:off x="2292634" y="3288947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52">
            <a:extLst>
              <a:ext uri="{FF2B5EF4-FFF2-40B4-BE49-F238E27FC236}">
                <a16:creationId xmlns:a16="http://schemas.microsoft.com/office/drawing/2014/main" id="{D888DAE1-C999-0FFF-5DE4-EAAAD0BB9DCD}"/>
              </a:ext>
            </a:extLst>
          </p:cNvPr>
          <p:cNvSpPr txBox="1"/>
          <p:nvPr/>
        </p:nvSpPr>
        <p:spPr>
          <a:xfrm>
            <a:off x="457021" y="4063498"/>
            <a:ext cx="25835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</a:rPr>
              <a:t>Hard: sin ❎ </a:t>
            </a:r>
            <a:r>
              <a:rPr lang="en-US" sz="1400" dirty="0" err="1">
                <a:solidFill>
                  <a:srgbClr val="1E293B"/>
                </a:solidFill>
              </a:rPr>
              <a:t>pendientes</a:t>
            </a:r>
            <a:r>
              <a:rPr lang="en-US" sz="1400" dirty="0">
                <a:solidFill>
                  <a:srgbClr val="1E293B"/>
                </a:solidFill>
              </a:rPr>
              <a:t>, </a:t>
            </a:r>
            <a:r>
              <a:rPr lang="en-US" sz="1400" dirty="0" err="1">
                <a:solidFill>
                  <a:srgbClr val="1E293B"/>
                </a:solidFill>
              </a:rPr>
              <a:t>dispara</a:t>
            </a:r>
            <a:r>
              <a:rPr lang="en-US" sz="1400" dirty="0">
                <a:solidFill>
                  <a:srgbClr val="1E293B"/>
                </a:solidFill>
              </a:rPr>
              <a:t> con un patron de </a:t>
            </a:r>
            <a:r>
              <a:rPr lang="en-US" sz="1400" dirty="0" err="1">
                <a:solidFill>
                  <a:srgbClr val="1E293B"/>
                </a:solidFill>
              </a:rPr>
              <a:t>tablero</a:t>
            </a:r>
            <a:r>
              <a:rPr lang="en-US" sz="1400" dirty="0">
                <a:solidFill>
                  <a:srgbClr val="1E293B"/>
                </a:solidFill>
              </a:rPr>
              <a:t> de </a:t>
            </a:r>
            <a:r>
              <a:rPr lang="en-US" sz="1400" dirty="0" err="1">
                <a:solidFill>
                  <a:srgbClr val="1E293B"/>
                </a:solidFill>
              </a:rPr>
              <a:t>ajedrez</a:t>
            </a:r>
            <a:r>
              <a:rPr lang="en-US" sz="1400" dirty="0">
                <a:solidFill>
                  <a:srgbClr val="1E293B"/>
                </a:solidFill>
              </a:rPr>
              <a:t>  </a:t>
            </a:r>
          </a:p>
          <a:p>
            <a:endParaRPr lang="en-US" sz="1400" dirty="0">
              <a:solidFill>
                <a:srgbClr val="1E293B"/>
              </a:solidFill>
            </a:endParaRPr>
          </a:p>
          <a:p>
            <a:r>
              <a:rPr lang="en-US" sz="1400" dirty="0">
                <a:solidFill>
                  <a:srgbClr val="1E293B"/>
                </a:solidFill>
              </a:rPr>
              <a:t>Tras un ❎ </a:t>
            </a:r>
            <a:r>
              <a:rPr lang="en-US" sz="1400" dirty="0">
                <a:solidFill>
                  <a:srgbClr val="1E293B"/>
                </a:solidFill>
                <a:sym typeface="Wingdings" pitchFamily="2" charset="2"/>
              </a:rPr>
              <a:t> Medium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40778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69392" y="-640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 · play() – </a:t>
            </a:r>
            <a:r>
              <a:rPr lang="en-US" sz="2400" dirty="0" err="1"/>
              <a:t>C</a:t>
            </a:r>
            <a:r>
              <a:rPr lang="en-US" sz="2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onfiguración</a:t>
            </a: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</a:t>
            </a:r>
            <a:r>
              <a:rPr lang="en-US" sz="2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457200" y="704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07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93B"/>
                </a:solidFill>
              </a:rPr>
              <a:t>Inicio</a:t>
            </a:r>
            <a:r>
              <a:rPr lang="en-US" sz="1500" b="1" dirty="0">
                <a:solidFill>
                  <a:srgbClr val="1E293B"/>
                </a:solidFill>
              </a:rPr>
              <a:t>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45336"/>
            <a:ext cx="3224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Bienvenida y elección de nivel validada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4532" y="752856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3494532" y="754381"/>
            <a:ext cx="411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41776" y="1220725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Setup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41776" y="1530096"/>
            <a:ext cx="3934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Dos tableros y dos flotas con create_fleet</a:t>
            </a:r>
            <a:endParaRPr lang="en-US" sz="1400" dirty="0"/>
          </a:p>
        </p:txBody>
      </p:sp>
      <p:sp>
        <p:nvSpPr>
          <p:cNvPr id="19" name="code main.py"/>
          <p:cNvSpPr/>
          <p:nvPr/>
        </p:nvSpPr>
        <p:spPr>
          <a:xfrm>
            <a:off x="432816" y="2004060"/>
            <a:ext cx="8229600" cy="2819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/>
          <p:cNvSpPr/>
          <p:nvPr/>
        </p:nvSpPr>
        <p:spPr>
          <a:xfrm>
            <a:off x="667512" y="2083307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/>
          <p:cNvSpPr/>
          <p:nvPr/>
        </p:nvSpPr>
        <p:spPr>
          <a:xfrm>
            <a:off x="822960" y="2083307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/>
          <p:cNvSpPr/>
          <p:nvPr/>
        </p:nvSpPr>
        <p:spPr>
          <a:xfrm>
            <a:off x="978408" y="2083307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 txBox="1"/>
          <p:nvPr/>
        </p:nvSpPr>
        <p:spPr>
          <a:xfrm>
            <a:off x="1301496" y="2019299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1584" y="2093978"/>
            <a:ext cx="10250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play():</a:t>
            </a:r>
          </a:p>
          <a:p>
            <a:endParaRPr lang="en-US" sz="12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dificulty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input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Escoge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la CPU: Easy, Medium o Hard ⚔️n").strip().lower()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dificulty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in ["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easy","medium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"hard"]: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("Introduce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válida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dificulty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input(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Escoge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la CPU: Easy, Medium o Hard ⚔️).strip().lower()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Prepárate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vamos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desplegar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las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flotas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”)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player_fleet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create_fleet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cpu_fleet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create_fleet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False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= 1</a:t>
            </a:r>
            <a:endParaRPr lang="en-US" sz="12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3E7321E-E558-4DD2-AAC6-55EA30A5C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582" y="334753"/>
            <a:ext cx="5132835" cy="447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67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30A1B-28C1-923C-60EE-3117A611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213695-C08E-FFA5-71F9-E61A0CCF9EA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10311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 · play() – </a:t>
            </a:r>
            <a:r>
              <a:rPr lang="en-US" sz="2400" dirty="0" err="1"/>
              <a:t>Bucle</a:t>
            </a:r>
            <a:r>
              <a:rPr lang="en-US" sz="2400" dirty="0"/>
              <a:t> del juego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532345-566E-3A43-FE29-5E66711E76A7}"/>
              </a:ext>
            </a:extLst>
          </p:cNvPr>
          <p:cNvSpPr/>
          <p:nvPr/>
        </p:nvSpPr>
        <p:spPr>
          <a:xfrm>
            <a:off x="457200" y="704088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321FC4-0860-53E0-457E-AD5CE2CA1F09}"/>
              </a:ext>
            </a:extLst>
          </p:cNvPr>
          <p:cNvSpPr txBox="1"/>
          <p:nvPr/>
        </p:nvSpPr>
        <p:spPr>
          <a:xfrm>
            <a:off x="457200" y="704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F0040D-EF15-A9B1-9E0B-BFB5403B754C}"/>
              </a:ext>
            </a:extLst>
          </p:cNvPr>
          <p:cNvSpPr txBox="1"/>
          <p:nvPr/>
        </p:nvSpPr>
        <p:spPr>
          <a:xfrm>
            <a:off x="457200" y="1207008"/>
            <a:ext cx="556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Tu </a:t>
            </a:r>
            <a:r>
              <a:rPr lang="en-US" sz="1500" b="1" dirty="0" err="1">
                <a:solidFill>
                  <a:srgbClr val="1E293B"/>
                </a:solidFill>
              </a:rPr>
              <a:t>turno</a:t>
            </a:r>
            <a:r>
              <a:rPr lang="en-US" sz="1500" b="1" dirty="0">
                <a:solidFill>
                  <a:srgbClr val="1E293B"/>
                </a:solidFill>
              </a:rPr>
              <a:t>: </a:t>
            </a:r>
            <a:r>
              <a:rPr lang="en-US" sz="1500" dirty="0" err="1">
                <a:solidFill>
                  <a:srgbClr val="1E293B"/>
                </a:solidFill>
              </a:rPr>
              <a:t>Dispara</a:t>
            </a:r>
            <a:r>
              <a:rPr lang="en-US" sz="1500" dirty="0">
                <a:solidFill>
                  <a:srgbClr val="1E293B"/>
                </a:solidFill>
              </a:rPr>
              <a:t> la </a:t>
            </a:r>
            <a:r>
              <a:rPr lang="en-US" sz="1500" dirty="0" err="1">
                <a:solidFill>
                  <a:srgbClr val="1E293B"/>
                </a:solidFill>
              </a:rPr>
              <a:t>casilla</a:t>
            </a:r>
            <a:r>
              <a:rPr lang="en-US" sz="1500" dirty="0">
                <a:solidFill>
                  <a:srgbClr val="1E293B"/>
                </a:solidFill>
              </a:rPr>
              <a:t> </a:t>
            </a:r>
            <a:r>
              <a:rPr lang="en-US" sz="1500" dirty="0" err="1">
                <a:solidFill>
                  <a:srgbClr val="1E293B"/>
                </a:solidFill>
              </a:rPr>
              <a:t>elegida</a:t>
            </a:r>
            <a:r>
              <a:rPr lang="en-US" sz="1500" dirty="0">
                <a:solidFill>
                  <a:srgbClr val="1E293B"/>
                </a:solidFill>
              </a:rPr>
              <a:t> y </a:t>
            </a:r>
            <a:r>
              <a:rPr lang="en-US" sz="1500" dirty="0" err="1">
                <a:solidFill>
                  <a:srgbClr val="1E293B"/>
                </a:solidFill>
              </a:rPr>
              <a:t>comprueba</a:t>
            </a:r>
            <a:r>
              <a:rPr lang="en-US" sz="1500" dirty="0">
                <a:solidFill>
                  <a:srgbClr val="1E293B"/>
                </a:solidFill>
              </a:rPr>
              <a:t> las </a:t>
            </a:r>
            <a:r>
              <a:rPr lang="en-US" sz="1500" dirty="0" err="1">
                <a:solidFill>
                  <a:srgbClr val="1E293B"/>
                </a:solidFill>
              </a:rPr>
              <a:t>vidas</a:t>
            </a:r>
            <a:r>
              <a:rPr lang="en-US" sz="1500" dirty="0">
                <a:solidFill>
                  <a:srgbClr val="1E293B"/>
                </a:solidFill>
              </a:rPr>
              <a:t> de la CPU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F43352-8956-FF38-1A48-01B33A00E28D}"/>
              </a:ext>
            </a:extLst>
          </p:cNvPr>
          <p:cNvSpPr txBox="1"/>
          <p:nvPr/>
        </p:nvSpPr>
        <p:spPr>
          <a:xfrm>
            <a:off x="457200" y="1545336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 </a:t>
            </a:r>
            <a:endParaRPr lang="en-US" sz="1400" dirty="0"/>
          </a:p>
        </p:txBody>
      </p:sp>
      <p:sp>
        <p:nvSpPr>
          <p:cNvPr id="19" name="code main.py">
            <a:extLst>
              <a:ext uri="{FF2B5EF4-FFF2-40B4-BE49-F238E27FC236}">
                <a16:creationId xmlns:a16="http://schemas.microsoft.com/office/drawing/2014/main" id="{E3FEBF6D-5BD9-3F44-200F-164DC70F4386}"/>
              </a:ext>
            </a:extLst>
          </p:cNvPr>
          <p:cNvSpPr/>
          <p:nvPr/>
        </p:nvSpPr>
        <p:spPr>
          <a:xfrm>
            <a:off x="457200" y="2051305"/>
            <a:ext cx="8229600" cy="2819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4A88E94-10AF-2FDA-7FEE-A115E12730FE}"/>
              </a:ext>
            </a:extLst>
          </p:cNvPr>
          <p:cNvSpPr/>
          <p:nvPr/>
        </p:nvSpPr>
        <p:spPr>
          <a:xfrm>
            <a:off x="691896" y="21305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358A38A-63C4-BB21-FD28-46FB4DF5E106}"/>
              </a:ext>
            </a:extLst>
          </p:cNvPr>
          <p:cNvSpPr/>
          <p:nvPr/>
        </p:nvSpPr>
        <p:spPr>
          <a:xfrm>
            <a:off x="847344" y="21305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F44274E-1434-33EF-BC42-BB055F87651C}"/>
              </a:ext>
            </a:extLst>
          </p:cNvPr>
          <p:cNvSpPr/>
          <p:nvPr/>
        </p:nvSpPr>
        <p:spPr>
          <a:xfrm>
            <a:off x="1002792" y="213055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639FB3C-9B63-2159-CFA4-EAAE1663AC5B}"/>
              </a:ext>
            </a:extLst>
          </p:cNvPr>
          <p:cNvSpPr txBox="1"/>
          <p:nvPr/>
        </p:nvSpPr>
        <p:spPr>
          <a:xfrm>
            <a:off x="1325880" y="206654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cs typeface="Courier New" pitchFamily="34" charset="-120"/>
              </a:rPr>
              <a:t>play()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4395AB1-15CB-0FC1-1F91-AA36C1C07CD6}"/>
              </a:ext>
            </a:extLst>
          </p:cNvPr>
          <p:cNvSpPr txBox="1"/>
          <p:nvPr/>
        </p:nvSpPr>
        <p:spPr>
          <a:xfrm>
            <a:off x="594360" y="2243328"/>
            <a:ext cx="10250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False: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print(f"\n=======================TURNO {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}================================")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print_boards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("\n TU TURNO de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disparar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💣")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shoot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cpu_fleet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lives(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0: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print_boards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("\n🏆🏆🏆 ENHORABUENA!! HAS HUNDIDO LA FLOTA ENEMIGA 🏆🏆🏆")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560797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CCF1-518A-9E8E-859C-6858F8325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4D65AD-717C-0E47-70F7-668ABBE9E3A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16840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 · play() – </a:t>
            </a:r>
            <a:r>
              <a:rPr lang="en-US" sz="2400" dirty="0" err="1"/>
              <a:t>Bucle</a:t>
            </a:r>
            <a:r>
              <a:rPr lang="en-US" sz="2400" dirty="0"/>
              <a:t> del juego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CA44AC-D065-B485-4A20-1C129B7FCF6B}"/>
              </a:ext>
            </a:extLst>
          </p:cNvPr>
          <p:cNvSpPr/>
          <p:nvPr/>
        </p:nvSpPr>
        <p:spPr>
          <a:xfrm>
            <a:off x="457200" y="704088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BE74FE-7DE4-5912-D934-FF6577059163}"/>
              </a:ext>
            </a:extLst>
          </p:cNvPr>
          <p:cNvSpPr txBox="1"/>
          <p:nvPr/>
        </p:nvSpPr>
        <p:spPr>
          <a:xfrm>
            <a:off x="457200" y="704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6BEEA6-1B49-DE5A-4413-7605B3A8B953}"/>
              </a:ext>
            </a:extLst>
          </p:cNvPr>
          <p:cNvSpPr txBox="1"/>
          <p:nvPr/>
        </p:nvSpPr>
        <p:spPr>
          <a:xfrm>
            <a:off x="481584" y="1115568"/>
            <a:ext cx="7443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93B"/>
                </a:solidFill>
              </a:rPr>
              <a:t>Turno</a:t>
            </a:r>
            <a:r>
              <a:rPr lang="en-US" sz="1500" b="1" dirty="0">
                <a:solidFill>
                  <a:srgbClr val="1E293B"/>
                </a:solidFill>
              </a:rPr>
              <a:t> de la CPU: </a:t>
            </a:r>
            <a:r>
              <a:rPr lang="en-US" sz="1500" dirty="0" err="1">
                <a:solidFill>
                  <a:srgbClr val="1E293B"/>
                </a:solidFill>
              </a:rPr>
              <a:t>Dispara</a:t>
            </a:r>
            <a:r>
              <a:rPr lang="en-US" sz="1500" dirty="0">
                <a:solidFill>
                  <a:srgbClr val="1E293B"/>
                </a:solidFill>
              </a:rPr>
              <a:t> la </a:t>
            </a:r>
            <a:r>
              <a:rPr lang="en-US" sz="1500" dirty="0" err="1">
                <a:solidFill>
                  <a:srgbClr val="1E293B"/>
                </a:solidFill>
              </a:rPr>
              <a:t>casilla</a:t>
            </a:r>
            <a:r>
              <a:rPr lang="en-US" sz="1500" dirty="0">
                <a:solidFill>
                  <a:srgbClr val="1E293B"/>
                </a:solidFill>
              </a:rPr>
              <a:t> </a:t>
            </a:r>
            <a:r>
              <a:rPr lang="en-US" sz="1500" dirty="0" err="1">
                <a:solidFill>
                  <a:srgbClr val="1E293B"/>
                </a:solidFill>
              </a:rPr>
              <a:t>elegida</a:t>
            </a:r>
            <a:r>
              <a:rPr lang="en-US" sz="1500" dirty="0">
                <a:solidFill>
                  <a:srgbClr val="1E293B"/>
                </a:solidFill>
              </a:rPr>
              <a:t> y </a:t>
            </a:r>
            <a:r>
              <a:rPr lang="en-US" sz="1500" dirty="0" err="1">
                <a:solidFill>
                  <a:srgbClr val="1E293B"/>
                </a:solidFill>
              </a:rPr>
              <a:t>comprueba</a:t>
            </a:r>
            <a:r>
              <a:rPr lang="en-US" sz="1500" dirty="0">
                <a:solidFill>
                  <a:srgbClr val="1E293B"/>
                </a:solidFill>
              </a:rPr>
              <a:t> las </a:t>
            </a:r>
            <a:r>
              <a:rPr lang="en-US" sz="1500" dirty="0" err="1">
                <a:solidFill>
                  <a:srgbClr val="1E293B"/>
                </a:solidFill>
              </a:rPr>
              <a:t>vidas</a:t>
            </a:r>
            <a:r>
              <a:rPr lang="en-US" sz="1500" dirty="0">
                <a:solidFill>
                  <a:srgbClr val="1E293B"/>
                </a:solidFill>
              </a:rPr>
              <a:t> de la CPU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879B37-53BE-E8D1-1AB7-7C918249C9A1}"/>
              </a:ext>
            </a:extLst>
          </p:cNvPr>
          <p:cNvSpPr txBox="1"/>
          <p:nvPr/>
        </p:nvSpPr>
        <p:spPr>
          <a:xfrm>
            <a:off x="432816" y="1415795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 </a:t>
            </a:r>
            <a:endParaRPr lang="en-US" sz="1400" dirty="0"/>
          </a:p>
        </p:txBody>
      </p:sp>
      <p:sp>
        <p:nvSpPr>
          <p:cNvPr id="19" name="code main.py">
            <a:extLst>
              <a:ext uri="{FF2B5EF4-FFF2-40B4-BE49-F238E27FC236}">
                <a16:creationId xmlns:a16="http://schemas.microsoft.com/office/drawing/2014/main" id="{ACBC2E37-7170-F922-24C3-9E033B555CDE}"/>
              </a:ext>
            </a:extLst>
          </p:cNvPr>
          <p:cNvSpPr/>
          <p:nvPr/>
        </p:nvSpPr>
        <p:spPr>
          <a:xfrm>
            <a:off x="432816" y="1527048"/>
            <a:ext cx="8229600" cy="333756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2F854EC-9B4E-7643-3D76-267B9FB00E21}"/>
              </a:ext>
            </a:extLst>
          </p:cNvPr>
          <p:cNvSpPr/>
          <p:nvPr/>
        </p:nvSpPr>
        <p:spPr>
          <a:xfrm>
            <a:off x="582168" y="16565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3A470B9-C33A-7F5B-1AF8-5D91BCB026DB}"/>
              </a:ext>
            </a:extLst>
          </p:cNvPr>
          <p:cNvSpPr/>
          <p:nvPr/>
        </p:nvSpPr>
        <p:spPr>
          <a:xfrm>
            <a:off x="737616" y="16565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5F5B037-5084-822E-C269-9F42B82895D0}"/>
              </a:ext>
            </a:extLst>
          </p:cNvPr>
          <p:cNvSpPr/>
          <p:nvPr/>
        </p:nvSpPr>
        <p:spPr>
          <a:xfrm>
            <a:off x="893064" y="165658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877C2F8-82E6-9BA3-1AFF-8BAF8EA201BF}"/>
              </a:ext>
            </a:extLst>
          </p:cNvPr>
          <p:cNvSpPr txBox="1"/>
          <p:nvPr/>
        </p:nvSpPr>
        <p:spPr>
          <a:xfrm>
            <a:off x="1216152" y="15925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cs typeface="Courier New" pitchFamily="34" charset="-120"/>
              </a:rPr>
              <a:t>play()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9B0865E-0EB4-9E7F-C122-B7ED91805DB6}"/>
              </a:ext>
            </a:extLst>
          </p:cNvPr>
          <p:cNvSpPr txBox="1"/>
          <p:nvPr/>
        </p:nvSpPr>
        <p:spPr>
          <a:xfrm>
            <a:off x="1767840" y="1461515"/>
            <a:ext cx="10250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…(while) </a:t>
            </a:r>
          </a:p>
          <a:p>
            <a:endParaRPr lang="en-US" sz="12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9" name="Text 22">
            <a:extLst>
              <a:ext uri="{FF2B5EF4-FFF2-40B4-BE49-F238E27FC236}">
                <a16:creationId xmlns:a16="http://schemas.microsoft.com/office/drawing/2014/main" id="{2139E948-7152-5876-92FF-5D207214325A}"/>
              </a:ext>
            </a:extLst>
          </p:cNvPr>
          <p:cNvSpPr txBox="1"/>
          <p:nvPr/>
        </p:nvSpPr>
        <p:spPr>
          <a:xfrm>
            <a:off x="-103632" y="1882140"/>
            <a:ext cx="10250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cpu_level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{"easy":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bot.easy_cpu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"medium":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bot.medium_cpu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"hard":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bot.hard_cpu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    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player_mask_board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hidden_board_player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player_mask_board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player_mask_board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'⬛'] = '⬜'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shot_box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cpu_level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dificulty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player_mask_board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shot_box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not None: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shoot(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player_fleet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box =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shot_box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print("La CPU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casillas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las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disparar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lives(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0: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print_boards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(f"\n☠️ ¡HAS SIDO DERROTADO)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slowprint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f"Revelando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posición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la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flota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enemiga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...")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           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cpu_lost_board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lost_board_cpu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cpu_board</a:t>
            </a: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            </a:t>
            </a:r>
            <a:r>
              <a:rPr lang="en-US" sz="1200" b="1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</a:t>
            </a: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True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</a:p>
          <a:p>
            <a:pPr marL="11113" indent="-11113">
              <a:tabLst>
                <a:tab pos="1196975" algn="l"/>
              </a:tabLst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20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+= 1 </a:t>
            </a:r>
          </a:p>
          <a:p>
            <a:endParaRPr lang="en-US" sz="12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4658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1701-0C95-C3BD-9DA8-FD0107B2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rd create_board">
            <a:extLst>
              <a:ext uri="{FF2B5EF4-FFF2-40B4-BE49-F238E27FC236}">
                <a16:creationId xmlns:a16="http://schemas.microsoft.com/office/drawing/2014/main" id="{689D5CB6-4B8F-502A-4F14-17965087160D}"/>
              </a:ext>
            </a:extLst>
          </p:cNvPr>
          <p:cNvSpPr/>
          <p:nvPr/>
        </p:nvSpPr>
        <p:spPr>
          <a:xfrm>
            <a:off x="1439005" y="49336"/>
            <a:ext cx="6193187" cy="4889745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5A801F-7898-5ACE-32FF-CF93BF489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51"/>
          <a:stretch>
            <a:fillRect/>
          </a:stretch>
        </p:blipFill>
        <p:spPr>
          <a:xfrm>
            <a:off x="1700940" y="349807"/>
            <a:ext cx="5669316" cy="4239465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0EB9E580-FAD5-BEBC-2BAF-ACF506CE810F}"/>
              </a:ext>
            </a:extLst>
          </p:cNvPr>
          <p:cNvSpPr txBox="1"/>
          <p:nvPr/>
        </p:nvSpPr>
        <p:spPr>
          <a:xfrm>
            <a:off x="960847" y="4193365"/>
            <a:ext cx="521273" cy="337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😞</a:t>
            </a:r>
            <a:endParaRPr lang="en-US" sz="32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5A77DF5-4BCB-9637-7499-E19F686C50BA}"/>
              </a:ext>
            </a:extLst>
          </p:cNvPr>
          <p:cNvSpPr txBox="1"/>
          <p:nvPr/>
        </p:nvSpPr>
        <p:spPr>
          <a:xfrm>
            <a:off x="259659" y="1246111"/>
            <a:ext cx="521273" cy="40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800" dirty="0"/>
              <a:t>👎</a:t>
            </a:r>
            <a:endParaRPr lang="en-US" sz="20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C8C948D-6B2A-3EF2-7731-4012B2ECDBE3}"/>
              </a:ext>
            </a:extLst>
          </p:cNvPr>
          <p:cNvSpPr txBox="1"/>
          <p:nvPr/>
        </p:nvSpPr>
        <p:spPr>
          <a:xfrm>
            <a:off x="960847" y="395023"/>
            <a:ext cx="521273" cy="40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🤯</a:t>
            </a:r>
            <a:endParaRPr lang="en-US" sz="2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7138C71-AD15-60F0-9BDB-41E44397E810}"/>
              </a:ext>
            </a:extLst>
          </p:cNvPr>
          <p:cNvSpPr txBox="1"/>
          <p:nvPr/>
        </p:nvSpPr>
        <p:spPr>
          <a:xfrm>
            <a:off x="939290" y="2344754"/>
            <a:ext cx="521273" cy="40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💣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36722BA-D6E8-2237-26D6-D8B36817F358}"/>
              </a:ext>
            </a:extLst>
          </p:cNvPr>
          <p:cNvSpPr txBox="1"/>
          <p:nvPr/>
        </p:nvSpPr>
        <p:spPr>
          <a:xfrm>
            <a:off x="288042" y="3155889"/>
            <a:ext cx="521273" cy="40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💥</a:t>
            </a:r>
            <a:endParaRPr lang="en-US" sz="2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8228F18-3850-3273-F04D-61E82BA072E7}"/>
              </a:ext>
            </a:extLst>
          </p:cNvPr>
          <p:cNvSpPr txBox="1"/>
          <p:nvPr/>
        </p:nvSpPr>
        <p:spPr>
          <a:xfrm>
            <a:off x="8428391" y="4206677"/>
            <a:ext cx="665791" cy="48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👎</a:t>
            </a:r>
            <a:endParaRPr lang="en-US" sz="3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2462D0A-75DF-E64F-D054-3F0BD2DF02C4}"/>
              </a:ext>
            </a:extLst>
          </p:cNvPr>
          <p:cNvSpPr txBox="1"/>
          <p:nvPr/>
        </p:nvSpPr>
        <p:spPr>
          <a:xfrm>
            <a:off x="7727203" y="1259422"/>
            <a:ext cx="665791" cy="58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800" dirty="0"/>
              <a:t>👎</a:t>
            </a:r>
            <a:endParaRPr lang="en-US" sz="20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B67F0B0-5C45-6575-A054-625B2E4CFD10}"/>
              </a:ext>
            </a:extLst>
          </p:cNvPr>
          <p:cNvSpPr txBox="1"/>
          <p:nvPr/>
        </p:nvSpPr>
        <p:spPr>
          <a:xfrm>
            <a:off x="8428391" y="408334"/>
            <a:ext cx="996211" cy="76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💥</a:t>
            </a:r>
            <a:endParaRPr lang="en-US" sz="3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1923D7A-3177-6584-867D-592A2E1CCD8E}"/>
              </a:ext>
            </a:extLst>
          </p:cNvPr>
          <p:cNvSpPr txBox="1"/>
          <p:nvPr/>
        </p:nvSpPr>
        <p:spPr>
          <a:xfrm>
            <a:off x="8486663" y="2344754"/>
            <a:ext cx="665791" cy="58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🤯</a:t>
            </a:r>
            <a:endParaRPr lang="en-US" sz="20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5488B6A-D6EF-41B0-AB29-3A3F434EA281}"/>
              </a:ext>
            </a:extLst>
          </p:cNvPr>
          <p:cNvSpPr txBox="1"/>
          <p:nvPr/>
        </p:nvSpPr>
        <p:spPr>
          <a:xfrm>
            <a:off x="7755586" y="3169200"/>
            <a:ext cx="665791" cy="58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💣</a:t>
            </a:r>
            <a:endParaRPr lang="en-US" sz="2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6C80743-2E98-397A-1EA6-84FB860E6F70}"/>
              </a:ext>
            </a:extLst>
          </p:cNvPr>
          <p:cNvSpPr txBox="1"/>
          <p:nvPr/>
        </p:nvSpPr>
        <p:spPr>
          <a:xfrm>
            <a:off x="1735464" y="49336"/>
            <a:ext cx="4145996" cy="30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45030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900A-9090-6FD6-DA7A-89CC6B86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rd create_board">
            <a:extLst>
              <a:ext uri="{FF2B5EF4-FFF2-40B4-BE49-F238E27FC236}">
                <a16:creationId xmlns:a16="http://schemas.microsoft.com/office/drawing/2014/main" id="{68CE223C-E8B6-0189-9512-448CEAC3E94F}"/>
              </a:ext>
            </a:extLst>
          </p:cNvPr>
          <p:cNvSpPr/>
          <p:nvPr/>
        </p:nvSpPr>
        <p:spPr>
          <a:xfrm>
            <a:off x="1801028" y="1136174"/>
            <a:ext cx="5550748" cy="3607248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70E9E6C-D365-6FEF-CB49-AC8D7D15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75" r="47894"/>
          <a:stretch>
            <a:fillRect/>
          </a:stretch>
        </p:blipFill>
        <p:spPr>
          <a:xfrm>
            <a:off x="2309103" y="1449184"/>
            <a:ext cx="4465099" cy="3240641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27C4C7B9-64B7-DAF3-9B40-F515AA6A14B2}"/>
              </a:ext>
            </a:extLst>
          </p:cNvPr>
          <p:cNvSpPr txBox="1"/>
          <p:nvPr/>
        </p:nvSpPr>
        <p:spPr>
          <a:xfrm>
            <a:off x="960847" y="4193365"/>
            <a:ext cx="521273" cy="337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😞</a:t>
            </a:r>
            <a:endParaRPr lang="en-US" sz="32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453475F-0FD8-E499-73B7-6376562F5D4B}"/>
              </a:ext>
            </a:extLst>
          </p:cNvPr>
          <p:cNvSpPr txBox="1"/>
          <p:nvPr/>
        </p:nvSpPr>
        <p:spPr>
          <a:xfrm>
            <a:off x="259659" y="1246111"/>
            <a:ext cx="521273" cy="40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800" dirty="0"/>
              <a:t>👎</a:t>
            </a:r>
            <a:endParaRPr lang="en-US" sz="20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2B34ACD-8A81-63F2-1FBC-A5404C3DC3BB}"/>
              </a:ext>
            </a:extLst>
          </p:cNvPr>
          <p:cNvSpPr txBox="1"/>
          <p:nvPr/>
        </p:nvSpPr>
        <p:spPr>
          <a:xfrm>
            <a:off x="960847" y="395023"/>
            <a:ext cx="521273" cy="40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🤯</a:t>
            </a:r>
            <a:endParaRPr lang="en-US" sz="2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0762312-7FB1-5107-91DB-F6DD33C237E8}"/>
              </a:ext>
            </a:extLst>
          </p:cNvPr>
          <p:cNvSpPr txBox="1"/>
          <p:nvPr/>
        </p:nvSpPr>
        <p:spPr>
          <a:xfrm>
            <a:off x="1019119" y="2331443"/>
            <a:ext cx="521273" cy="40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💣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863F94-7221-383C-B5CA-42F90134FC87}"/>
              </a:ext>
            </a:extLst>
          </p:cNvPr>
          <p:cNvSpPr txBox="1"/>
          <p:nvPr/>
        </p:nvSpPr>
        <p:spPr>
          <a:xfrm>
            <a:off x="288042" y="3155889"/>
            <a:ext cx="521273" cy="40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💥</a:t>
            </a:r>
            <a:endParaRPr lang="en-US" sz="2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15B460F-3550-872C-BB15-FB38927347B3}"/>
              </a:ext>
            </a:extLst>
          </p:cNvPr>
          <p:cNvSpPr txBox="1"/>
          <p:nvPr/>
        </p:nvSpPr>
        <p:spPr>
          <a:xfrm>
            <a:off x="8428391" y="4206677"/>
            <a:ext cx="665791" cy="484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👎</a:t>
            </a:r>
            <a:endParaRPr lang="en-US" sz="3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08F92E4-019A-5536-A03D-78BDBB6E9D5D}"/>
              </a:ext>
            </a:extLst>
          </p:cNvPr>
          <p:cNvSpPr txBox="1"/>
          <p:nvPr/>
        </p:nvSpPr>
        <p:spPr>
          <a:xfrm>
            <a:off x="7727203" y="1259422"/>
            <a:ext cx="665791" cy="58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800" dirty="0"/>
              <a:t>👎</a:t>
            </a:r>
            <a:endParaRPr lang="en-US" sz="20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3F44BAF2-6A88-9748-EAA5-B2FE43C46A96}"/>
              </a:ext>
            </a:extLst>
          </p:cNvPr>
          <p:cNvSpPr txBox="1"/>
          <p:nvPr/>
        </p:nvSpPr>
        <p:spPr>
          <a:xfrm>
            <a:off x="8428391" y="408334"/>
            <a:ext cx="996211" cy="76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💥</a:t>
            </a:r>
            <a:endParaRPr lang="en-US" sz="3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979F45B-1AB4-76CC-E048-DF894AF8F62B}"/>
              </a:ext>
            </a:extLst>
          </p:cNvPr>
          <p:cNvSpPr txBox="1"/>
          <p:nvPr/>
        </p:nvSpPr>
        <p:spPr>
          <a:xfrm>
            <a:off x="8486663" y="2344754"/>
            <a:ext cx="665791" cy="58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🤯</a:t>
            </a:r>
            <a:endParaRPr lang="en-US" sz="20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4BDDDA56-5A8C-57F5-697E-F0B2854593F5}"/>
              </a:ext>
            </a:extLst>
          </p:cNvPr>
          <p:cNvSpPr txBox="1"/>
          <p:nvPr/>
        </p:nvSpPr>
        <p:spPr>
          <a:xfrm>
            <a:off x="7755586" y="3169200"/>
            <a:ext cx="665791" cy="58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💣</a:t>
            </a:r>
            <a:endParaRPr lang="en-US" sz="20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F16ED08-267A-051C-1D94-EAAF416A6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755" y="444180"/>
            <a:ext cx="7071322" cy="691994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6C181C7C-411A-1585-C13F-3FC9E6DC5193}"/>
              </a:ext>
            </a:extLst>
          </p:cNvPr>
          <p:cNvSpPr txBox="1"/>
          <p:nvPr/>
        </p:nvSpPr>
        <p:spPr>
          <a:xfrm>
            <a:off x="2093063" y="1220261"/>
            <a:ext cx="3796529" cy="228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24380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rd create_board">
            <a:extLst>
              <a:ext uri="{FF2B5EF4-FFF2-40B4-BE49-F238E27FC236}">
                <a16:creationId xmlns:a16="http://schemas.microsoft.com/office/drawing/2014/main" id="{61361AA6-7FA5-512D-D5BC-179A5E549545}"/>
              </a:ext>
            </a:extLst>
          </p:cNvPr>
          <p:cNvSpPr/>
          <p:nvPr/>
        </p:nvSpPr>
        <p:spPr>
          <a:xfrm>
            <a:off x="1331657" y="517715"/>
            <a:ext cx="6400110" cy="4147273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987D3BE8-E61E-D52D-E7C5-590B45F40666}"/>
              </a:ext>
            </a:extLst>
          </p:cNvPr>
          <p:cNvSpPr txBox="1"/>
          <p:nvPr/>
        </p:nvSpPr>
        <p:spPr>
          <a:xfrm>
            <a:off x="922093" y="4206950"/>
            <a:ext cx="548640" cy="376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🥳</a:t>
            </a:r>
            <a:endParaRPr lang="en-US" sz="32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80F891C-0AA7-46C6-96F5-530354631CC9}"/>
              </a:ext>
            </a:extLst>
          </p:cNvPr>
          <p:cNvSpPr txBox="1"/>
          <p:nvPr/>
        </p:nvSpPr>
        <p:spPr>
          <a:xfrm>
            <a:off x="220905" y="1259696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800" dirty="0"/>
              <a:t>🏆</a:t>
            </a:r>
            <a:endParaRPr lang="en-US" sz="20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AB5FDF1-6063-7481-B877-8BA956133AB5}"/>
              </a:ext>
            </a:extLst>
          </p:cNvPr>
          <p:cNvSpPr txBox="1"/>
          <p:nvPr/>
        </p:nvSpPr>
        <p:spPr>
          <a:xfrm>
            <a:off x="922093" y="408608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🏅</a:t>
            </a:r>
            <a:endParaRPr lang="en-US" sz="2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02C0BD9-E1BF-16FD-6724-B7E773E59B9F}"/>
              </a:ext>
            </a:extLst>
          </p:cNvPr>
          <p:cNvSpPr txBox="1"/>
          <p:nvPr/>
        </p:nvSpPr>
        <p:spPr>
          <a:xfrm>
            <a:off x="980365" y="2345028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🏅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7432E3-6B6C-C5B4-2424-A99EA38698BA}"/>
              </a:ext>
            </a:extLst>
          </p:cNvPr>
          <p:cNvSpPr txBox="1"/>
          <p:nvPr/>
        </p:nvSpPr>
        <p:spPr>
          <a:xfrm>
            <a:off x="249288" y="3169474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🏆</a:t>
            </a:r>
            <a:endParaRPr lang="en-US" sz="2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8BB093F-48E9-BCA8-64AF-3E44EB45BDC0}"/>
              </a:ext>
            </a:extLst>
          </p:cNvPr>
          <p:cNvSpPr txBox="1"/>
          <p:nvPr/>
        </p:nvSpPr>
        <p:spPr>
          <a:xfrm>
            <a:off x="8321908" y="4124964"/>
            <a:ext cx="700745" cy="54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🥳</a:t>
            </a:r>
            <a:endParaRPr lang="en-US" sz="3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C2A1E7D-13BB-2C89-6BCC-3364A5134C3F}"/>
              </a:ext>
            </a:extLst>
          </p:cNvPr>
          <p:cNvSpPr txBox="1"/>
          <p:nvPr/>
        </p:nvSpPr>
        <p:spPr>
          <a:xfrm>
            <a:off x="7731767" y="1395383"/>
            <a:ext cx="700745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800" dirty="0"/>
              <a:t>🏆</a:t>
            </a:r>
            <a:endParaRPr lang="en-US" sz="20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4C1B965-5318-42BB-AB6D-0100073BD8DD}"/>
              </a:ext>
            </a:extLst>
          </p:cNvPr>
          <p:cNvSpPr txBox="1"/>
          <p:nvPr/>
        </p:nvSpPr>
        <p:spPr>
          <a:xfrm>
            <a:off x="8321908" y="326622"/>
            <a:ext cx="1048512" cy="851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dirty="0"/>
              <a:t>🏅</a:t>
            </a:r>
            <a:endParaRPr lang="en-US" sz="3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EAE4B2D6-B129-68C0-3918-5DC8E79C0571}"/>
              </a:ext>
            </a:extLst>
          </p:cNvPr>
          <p:cNvSpPr txBox="1"/>
          <p:nvPr/>
        </p:nvSpPr>
        <p:spPr>
          <a:xfrm>
            <a:off x="8380180" y="2263042"/>
            <a:ext cx="700745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🏅</a:t>
            </a:r>
            <a:endParaRPr lang="en-US" sz="20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D0DEEDDC-1423-A891-CF46-02B9DFF64184}"/>
              </a:ext>
            </a:extLst>
          </p:cNvPr>
          <p:cNvSpPr txBox="1"/>
          <p:nvPr/>
        </p:nvSpPr>
        <p:spPr>
          <a:xfrm>
            <a:off x="7769868" y="3194003"/>
            <a:ext cx="700745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2000" dirty="0"/>
              <a:t>🏆</a:t>
            </a:r>
            <a:endParaRPr lang="en-US" sz="20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3E46773-BF5A-48EA-8453-CB64411B9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08" y="945818"/>
            <a:ext cx="6115812" cy="3338448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03F44699-D767-803D-42D0-3E319D3D744C}"/>
              </a:ext>
            </a:extLst>
          </p:cNvPr>
          <p:cNvSpPr txBox="1"/>
          <p:nvPr/>
        </p:nvSpPr>
        <p:spPr>
          <a:xfrm>
            <a:off x="1623692" y="601803"/>
            <a:ext cx="4377465" cy="263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11677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AA3D-283B-B07F-58CD-24D15D66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6062F0-44AD-46E7-1970-0BF5B7D372B9}"/>
              </a:ext>
            </a:extLst>
          </p:cNvPr>
          <p:cNvSpPr txBox="1"/>
          <p:nvPr/>
        </p:nvSpPr>
        <p:spPr>
          <a:xfrm>
            <a:off x="475488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</a:t>
            </a:r>
            <a:r>
              <a:rPr lang="en-US" sz="4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Muchas</a:t>
            </a: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gracias!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834253-0A2C-F973-4DA3-068FC13EEF51}"/>
              </a:ext>
            </a:extLst>
          </p:cNvPr>
          <p:cNvSpPr txBox="1"/>
          <p:nvPr/>
        </p:nvSpPr>
        <p:spPr>
          <a:xfrm>
            <a:off x="54864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766E"/>
                </a:solidFill>
              </a:rPr>
              <a:t>The Bridge | Data Science Bootcamp 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34EDE9-326E-DE14-F160-CEAF58471146}"/>
              </a:ext>
            </a:extLst>
          </p:cNvPr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Jorge Sánchez Hernández</a:t>
            </a:r>
            <a:endParaRPr lang="en-US" sz="1400" dirty="0"/>
          </a:p>
        </p:txBody>
      </p:sp>
      <p:sp>
        <p:nvSpPr>
          <p:cNvPr id="5" name="tile 00">
            <a:extLst>
              <a:ext uri="{FF2B5EF4-FFF2-40B4-BE49-F238E27FC236}">
                <a16:creationId xmlns:a16="http://schemas.microsoft.com/office/drawing/2014/main" id="{6B052446-D262-1888-E87B-A1FD574C2C97}"/>
              </a:ext>
            </a:extLst>
          </p:cNvPr>
          <p:cNvSpPr/>
          <p:nvPr/>
        </p:nvSpPr>
        <p:spPr>
          <a:xfrm>
            <a:off x="5120640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13F2BF-A2AE-1E66-FD89-F52BC2771072}"/>
              </a:ext>
            </a:extLst>
          </p:cNvPr>
          <p:cNvSpPr txBox="1"/>
          <p:nvPr/>
        </p:nvSpPr>
        <p:spPr>
          <a:xfrm>
            <a:off x="512064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7" name="tile 01">
            <a:extLst>
              <a:ext uri="{FF2B5EF4-FFF2-40B4-BE49-F238E27FC236}">
                <a16:creationId xmlns:a16="http://schemas.microsoft.com/office/drawing/2014/main" id="{BA5F4A8F-C9B6-CBC9-4BBA-0457C7E27F8D}"/>
              </a:ext>
            </a:extLst>
          </p:cNvPr>
          <p:cNvSpPr/>
          <p:nvPr/>
        </p:nvSpPr>
        <p:spPr>
          <a:xfrm>
            <a:off x="5833872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13F7D0-F7FC-3282-BE64-4D695229EBB7}"/>
              </a:ext>
            </a:extLst>
          </p:cNvPr>
          <p:cNvSpPr txBox="1"/>
          <p:nvPr/>
        </p:nvSpPr>
        <p:spPr>
          <a:xfrm>
            <a:off x="5833872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9" name="tile 02">
            <a:extLst>
              <a:ext uri="{FF2B5EF4-FFF2-40B4-BE49-F238E27FC236}">
                <a16:creationId xmlns:a16="http://schemas.microsoft.com/office/drawing/2014/main" id="{0A52AA8F-04BA-29AE-DB17-6D40E806D532}"/>
              </a:ext>
            </a:extLst>
          </p:cNvPr>
          <p:cNvSpPr/>
          <p:nvPr/>
        </p:nvSpPr>
        <p:spPr>
          <a:xfrm>
            <a:off x="6547104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8547D3-8AE1-7F99-322F-09FB90019E81}"/>
              </a:ext>
            </a:extLst>
          </p:cNvPr>
          <p:cNvSpPr txBox="1"/>
          <p:nvPr/>
        </p:nvSpPr>
        <p:spPr>
          <a:xfrm>
            <a:off x="6547104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1" name="tile 03">
            <a:extLst>
              <a:ext uri="{FF2B5EF4-FFF2-40B4-BE49-F238E27FC236}">
                <a16:creationId xmlns:a16="http://schemas.microsoft.com/office/drawing/2014/main" id="{E868C3BE-5668-8655-B07E-9F611A0215C5}"/>
              </a:ext>
            </a:extLst>
          </p:cNvPr>
          <p:cNvSpPr/>
          <p:nvPr/>
        </p:nvSpPr>
        <p:spPr>
          <a:xfrm>
            <a:off x="7260336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B59366D-7C72-0559-F3B4-B35A9E7FB924}"/>
              </a:ext>
            </a:extLst>
          </p:cNvPr>
          <p:cNvSpPr txBox="1"/>
          <p:nvPr/>
        </p:nvSpPr>
        <p:spPr>
          <a:xfrm>
            <a:off x="7260336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13" name="tile 04">
            <a:extLst>
              <a:ext uri="{FF2B5EF4-FFF2-40B4-BE49-F238E27FC236}">
                <a16:creationId xmlns:a16="http://schemas.microsoft.com/office/drawing/2014/main" id="{D41D8839-2745-D41F-F1D4-21035C98B053}"/>
              </a:ext>
            </a:extLst>
          </p:cNvPr>
          <p:cNvSpPr/>
          <p:nvPr/>
        </p:nvSpPr>
        <p:spPr>
          <a:xfrm>
            <a:off x="7973568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15A032B-4B7B-D582-57F7-339AB6E2A193}"/>
              </a:ext>
            </a:extLst>
          </p:cNvPr>
          <p:cNvSpPr txBox="1"/>
          <p:nvPr/>
        </p:nvSpPr>
        <p:spPr>
          <a:xfrm>
            <a:off x="7973568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⚓</a:t>
            </a:r>
            <a:endParaRPr lang="en-US" sz="2800" dirty="0"/>
          </a:p>
        </p:txBody>
      </p:sp>
      <p:sp>
        <p:nvSpPr>
          <p:cNvPr id="15" name="tile 10">
            <a:extLst>
              <a:ext uri="{FF2B5EF4-FFF2-40B4-BE49-F238E27FC236}">
                <a16:creationId xmlns:a16="http://schemas.microsoft.com/office/drawing/2014/main" id="{61A62A33-878D-02D2-AD9E-45DFC13E9C62}"/>
              </a:ext>
            </a:extLst>
          </p:cNvPr>
          <p:cNvSpPr/>
          <p:nvPr/>
        </p:nvSpPr>
        <p:spPr>
          <a:xfrm>
            <a:off x="5120640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A617D9-625B-4CB2-270D-591A928C6EFD}"/>
              </a:ext>
            </a:extLst>
          </p:cNvPr>
          <p:cNvSpPr txBox="1"/>
          <p:nvPr/>
        </p:nvSpPr>
        <p:spPr>
          <a:xfrm>
            <a:off x="5120640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7" name="tile 11">
            <a:extLst>
              <a:ext uri="{FF2B5EF4-FFF2-40B4-BE49-F238E27FC236}">
                <a16:creationId xmlns:a16="http://schemas.microsoft.com/office/drawing/2014/main" id="{35524B0C-E4C3-04F8-0F44-991E5E49B024}"/>
              </a:ext>
            </a:extLst>
          </p:cNvPr>
          <p:cNvSpPr/>
          <p:nvPr/>
        </p:nvSpPr>
        <p:spPr>
          <a:xfrm>
            <a:off x="5833872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6C1DC40-9216-49E3-9817-F1C16D809E63}"/>
              </a:ext>
            </a:extLst>
          </p:cNvPr>
          <p:cNvSpPr txBox="1"/>
          <p:nvPr/>
        </p:nvSpPr>
        <p:spPr>
          <a:xfrm>
            <a:off x="5833872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⛵</a:t>
            </a:r>
            <a:endParaRPr lang="en-US" sz="2800" dirty="0"/>
          </a:p>
        </p:txBody>
      </p:sp>
      <p:sp>
        <p:nvSpPr>
          <p:cNvPr id="19" name="tile 12">
            <a:extLst>
              <a:ext uri="{FF2B5EF4-FFF2-40B4-BE49-F238E27FC236}">
                <a16:creationId xmlns:a16="http://schemas.microsoft.com/office/drawing/2014/main" id="{966F2294-F45F-1F83-2185-9D3729DF7A53}"/>
              </a:ext>
            </a:extLst>
          </p:cNvPr>
          <p:cNvSpPr/>
          <p:nvPr/>
        </p:nvSpPr>
        <p:spPr>
          <a:xfrm>
            <a:off x="6547104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846F559-FFBB-720D-28BA-73394F63A149}"/>
              </a:ext>
            </a:extLst>
          </p:cNvPr>
          <p:cNvSpPr txBox="1"/>
          <p:nvPr/>
        </p:nvSpPr>
        <p:spPr>
          <a:xfrm>
            <a:off x="6547104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⛵</a:t>
            </a:r>
            <a:endParaRPr lang="en-US" sz="2800" dirty="0"/>
          </a:p>
        </p:txBody>
      </p:sp>
      <p:sp>
        <p:nvSpPr>
          <p:cNvPr id="21" name="tile 13">
            <a:extLst>
              <a:ext uri="{FF2B5EF4-FFF2-40B4-BE49-F238E27FC236}">
                <a16:creationId xmlns:a16="http://schemas.microsoft.com/office/drawing/2014/main" id="{68D4AFE1-FD9F-4B77-ACDB-E37FF292883C}"/>
              </a:ext>
            </a:extLst>
          </p:cNvPr>
          <p:cNvSpPr/>
          <p:nvPr/>
        </p:nvSpPr>
        <p:spPr>
          <a:xfrm>
            <a:off x="7260336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4CBDE54-A4FA-DE89-BA97-ED08732CE717}"/>
              </a:ext>
            </a:extLst>
          </p:cNvPr>
          <p:cNvSpPr txBox="1"/>
          <p:nvPr/>
        </p:nvSpPr>
        <p:spPr>
          <a:xfrm>
            <a:off x="7260336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⛵</a:t>
            </a:r>
            <a:endParaRPr lang="en-US" sz="2800" dirty="0"/>
          </a:p>
        </p:txBody>
      </p:sp>
      <p:sp>
        <p:nvSpPr>
          <p:cNvPr id="23" name="tile 14">
            <a:extLst>
              <a:ext uri="{FF2B5EF4-FFF2-40B4-BE49-F238E27FC236}">
                <a16:creationId xmlns:a16="http://schemas.microsoft.com/office/drawing/2014/main" id="{CE6E45FC-16E5-1D68-17BA-DCFEBA4A4813}"/>
              </a:ext>
            </a:extLst>
          </p:cNvPr>
          <p:cNvSpPr/>
          <p:nvPr/>
        </p:nvSpPr>
        <p:spPr>
          <a:xfrm>
            <a:off x="7973568" y="1490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E6A3ED5-7465-416B-06BE-0C4D512757F6}"/>
              </a:ext>
            </a:extLst>
          </p:cNvPr>
          <p:cNvSpPr txBox="1"/>
          <p:nvPr/>
        </p:nvSpPr>
        <p:spPr>
          <a:xfrm>
            <a:off x="7973568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25" name="tile 20">
            <a:extLst>
              <a:ext uri="{FF2B5EF4-FFF2-40B4-BE49-F238E27FC236}">
                <a16:creationId xmlns:a16="http://schemas.microsoft.com/office/drawing/2014/main" id="{A0D20E2F-EFBA-C5D1-B353-C7EA45CB94CF}"/>
              </a:ext>
            </a:extLst>
          </p:cNvPr>
          <p:cNvSpPr/>
          <p:nvPr/>
        </p:nvSpPr>
        <p:spPr>
          <a:xfrm>
            <a:off x="5120640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F768A62-028D-AF7E-313A-5E49F9780CEE}"/>
              </a:ext>
            </a:extLst>
          </p:cNvPr>
          <p:cNvSpPr txBox="1"/>
          <p:nvPr/>
        </p:nvSpPr>
        <p:spPr>
          <a:xfrm>
            <a:off x="5120640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7" name="tile 21">
            <a:extLst>
              <a:ext uri="{FF2B5EF4-FFF2-40B4-BE49-F238E27FC236}">
                <a16:creationId xmlns:a16="http://schemas.microsoft.com/office/drawing/2014/main" id="{0795108E-0F05-7E31-7811-B4F87E9B2F7F}"/>
              </a:ext>
            </a:extLst>
          </p:cNvPr>
          <p:cNvSpPr/>
          <p:nvPr/>
        </p:nvSpPr>
        <p:spPr>
          <a:xfrm>
            <a:off x="5833872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A6DC643-C57D-6B16-2436-ABB35CD27AA9}"/>
              </a:ext>
            </a:extLst>
          </p:cNvPr>
          <p:cNvSpPr txBox="1"/>
          <p:nvPr/>
        </p:nvSpPr>
        <p:spPr>
          <a:xfrm>
            <a:off x="5833872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9" name="tile 22">
            <a:extLst>
              <a:ext uri="{FF2B5EF4-FFF2-40B4-BE49-F238E27FC236}">
                <a16:creationId xmlns:a16="http://schemas.microsoft.com/office/drawing/2014/main" id="{84F757D4-D413-A99F-418F-389F599EDED9}"/>
              </a:ext>
            </a:extLst>
          </p:cNvPr>
          <p:cNvSpPr/>
          <p:nvPr/>
        </p:nvSpPr>
        <p:spPr>
          <a:xfrm>
            <a:off x="6547104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EC3571E-1023-8D41-DF7C-4B8050D6A873}"/>
              </a:ext>
            </a:extLst>
          </p:cNvPr>
          <p:cNvSpPr txBox="1"/>
          <p:nvPr/>
        </p:nvSpPr>
        <p:spPr>
          <a:xfrm>
            <a:off x="6547104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31" name="tile 23">
            <a:extLst>
              <a:ext uri="{FF2B5EF4-FFF2-40B4-BE49-F238E27FC236}">
                <a16:creationId xmlns:a16="http://schemas.microsoft.com/office/drawing/2014/main" id="{A0C6135F-8817-11DC-CB09-7599CEC18DEB}"/>
              </a:ext>
            </a:extLst>
          </p:cNvPr>
          <p:cNvSpPr/>
          <p:nvPr/>
        </p:nvSpPr>
        <p:spPr>
          <a:xfrm>
            <a:off x="7260336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B6488E2-20FB-34CC-5DE9-16F30A12CD1C}"/>
              </a:ext>
            </a:extLst>
          </p:cNvPr>
          <p:cNvSpPr txBox="1"/>
          <p:nvPr/>
        </p:nvSpPr>
        <p:spPr>
          <a:xfrm>
            <a:off x="7260336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33" name="tile 24">
            <a:extLst>
              <a:ext uri="{FF2B5EF4-FFF2-40B4-BE49-F238E27FC236}">
                <a16:creationId xmlns:a16="http://schemas.microsoft.com/office/drawing/2014/main" id="{752A45C7-AAE9-2465-B2D7-B74EA2B373A7}"/>
              </a:ext>
            </a:extLst>
          </p:cNvPr>
          <p:cNvSpPr/>
          <p:nvPr/>
        </p:nvSpPr>
        <p:spPr>
          <a:xfrm>
            <a:off x="7973568" y="2203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9F96806-A52F-A60D-74FC-A1824DAA1029}"/>
              </a:ext>
            </a:extLst>
          </p:cNvPr>
          <p:cNvSpPr txBox="1"/>
          <p:nvPr/>
        </p:nvSpPr>
        <p:spPr>
          <a:xfrm>
            <a:off x="7973568" y="225171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🛟 </a:t>
            </a:r>
            <a:endParaRPr lang="en-US" sz="2800" dirty="0"/>
          </a:p>
        </p:txBody>
      </p:sp>
      <p:sp>
        <p:nvSpPr>
          <p:cNvPr id="35" name="tile 30">
            <a:extLst>
              <a:ext uri="{FF2B5EF4-FFF2-40B4-BE49-F238E27FC236}">
                <a16:creationId xmlns:a16="http://schemas.microsoft.com/office/drawing/2014/main" id="{AF94CF78-B905-F4C4-9B34-F7D3074229F2}"/>
              </a:ext>
            </a:extLst>
          </p:cNvPr>
          <p:cNvSpPr/>
          <p:nvPr/>
        </p:nvSpPr>
        <p:spPr>
          <a:xfrm>
            <a:off x="5120640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4860B99-D358-BC52-0370-EE66BECCB710}"/>
              </a:ext>
            </a:extLst>
          </p:cNvPr>
          <p:cNvSpPr txBox="1"/>
          <p:nvPr/>
        </p:nvSpPr>
        <p:spPr>
          <a:xfrm>
            <a:off x="5120640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37" name="tile 31">
            <a:extLst>
              <a:ext uri="{FF2B5EF4-FFF2-40B4-BE49-F238E27FC236}">
                <a16:creationId xmlns:a16="http://schemas.microsoft.com/office/drawing/2014/main" id="{804BF678-8FFD-B2EE-D4E7-C33D532FFB3F}"/>
              </a:ext>
            </a:extLst>
          </p:cNvPr>
          <p:cNvSpPr/>
          <p:nvPr/>
        </p:nvSpPr>
        <p:spPr>
          <a:xfrm>
            <a:off x="5833872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16EFEF5-5343-02F1-1523-8D55A52346CD}"/>
              </a:ext>
            </a:extLst>
          </p:cNvPr>
          <p:cNvSpPr txBox="1"/>
          <p:nvPr/>
        </p:nvSpPr>
        <p:spPr>
          <a:xfrm>
            <a:off x="5833872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⛴️</a:t>
            </a:r>
            <a:endParaRPr lang="en-US" sz="2800" dirty="0"/>
          </a:p>
        </p:txBody>
      </p:sp>
      <p:sp>
        <p:nvSpPr>
          <p:cNvPr id="39" name="tile 32">
            <a:extLst>
              <a:ext uri="{FF2B5EF4-FFF2-40B4-BE49-F238E27FC236}">
                <a16:creationId xmlns:a16="http://schemas.microsoft.com/office/drawing/2014/main" id="{B19D47A1-7F58-A194-6236-AE1D9DE21572}"/>
              </a:ext>
            </a:extLst>
          </p:cNvPr>
          <p:cNvSpPr/>
          <p:nvPr/>
        </p:nvSpPr>
        <p:spPr>
          <a:xfrm>
            <a:off x="6547104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6C8321B-EBC5-440A-B602-481F60593056}"/>
              </a:ext>
            </a:extLst>
          </p:cNvPr>
          <p:cNvSpPr txBox="1"/>
          <p:nvPr/>
        </p:nvSpPr>
        <p:spPr>
          <a:xfrm>
            <a:off x="6547104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⛴️</a:t>
            </a:r>
            <a:endParaRPr lang="en-US" sz="2800" dirty="0"/>
          </a:p>
        </p:txBody>
      </p:sp>
      <p:sp>
        <p:nvSpPr>
          <p:cNvPr id="41" name="tile 33">
            <a:extLst>
              <a:ext uri="{FF2B5EF4-FFF2-40B4-BE49-F238E27FC236}">
                <a16:creationId xmlns:a16="http://schemas.microsoft.com/office/drawing/2014/main" id="{39830FEC-3943-066F-7A68-CAF00B1C0948}"/>
              </a:ext>
            </a:extLst>
          </p:cNvPr>
          <p:cNvSpPr/>
          <p:nvPr/>
        </p:nvSpPr>
        <p:spPr>
          <a:xfrm>
            <a:off x="7260336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EC6B20B-2F3E-B426-4C07-C8C37A861CA0}"/>
              </a:ext>
            </a:extLst>
          </p:cNvPr>
          <p:cNvSpPr txBox="1"/>
          <p:nvPr/>
        </p:nvSpPr>
        <p:spPr>
          <a:xfrm>
            <a:off x="7260336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💥</a:t>
            </a:r>
            <a:endParaRPr lang="en-US" sz="2800" dirty="0"/>
          </a:p>
        </p:txBody>
      </p:sp>
      <p:sp>
        <p:nvSpPr>
          <p:cNvPr id="43" name="tile 34">
            <a:extLst>
              <a:ext uri="{FF2B5EF4-FFF2-40B4-BE49-F238E27FC236}">
                <a16:creationId xmlns:a16="http://schemas.microsoft.com/office/drawing/2014/main" id="{CFC8E07A-19AD-7F7D-00A4-6A26E6BFCF85}"/>
              </a:ext>
            </a:extLst>
          </p:cNvPr>
          <p:cNvSpPr/>
          <p:nvPr/>
        </p:nvSpPr>
        <p:spPr>
          <a:xfrm>
            <a:off x="7973568" y="291693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16B842C-2635-6F2F-4A0C-B9EA211FEE9B}"/>
              </a:ext>
            </a:extLst>
          </p:cNvPr>
          <p:cNvSpPr txBox="1"/>
          <p:nvPr/>
        </p:nvSpPr>
        <p:spPr>
          <a:xfrm>
            <a:off x="7973568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45" name="tile 40">
            <a:extLst>
              <a:ext uri="{FF2B5EF4-FFF2-40B4-BE49-F238E27FC236}">
                <a16:creationId xmlns:a16="http://schemas.microsoft.com/office/drawing/2014/main" id="{5DB4FB94-4143-6F48-1995-DFB96D091D61}"/>
              </a:ext>
            </a:extLst>
          </p:cNvPr>
          <p:cNvSpPr/>
          <p:nvPr/>
        </p:nvSpPr>
        <p:spPr>
          <a:xfrm>
            <a:off x="5120640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73D34F4-8702-AA09-4E13-B4CF6617B624}"/>
              </a:ext>
            </a:extLst>
          </p:cNvPr>
          <p:cNvSpPr txBox="1"/>
          <p:nvPr/>
        </p:nvSpPr>
        <p:spPr>
          <a:xfrm>
            <a:off x="512064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⚓</a:t>
            </a:r>
            <a:endParaRPr lang="en-US" sz="2800" dirty="0"/>
          </a:p>
        </p:txBody>
      </p:sp>
      <p:sp>
        <p:nvSpPr>
          <p:cNvPr id="47" name="tile 41">
            <a:extLst>
              <a:ext uri="{FF2B5EF4-FFF2-40B4-BE49-F238E27FC236}">
                <a16:creationId xmlns:a16="http://schemas.microsoft.com/office/drawing/2014/main" id="{A916A63E-AB2D-B97A-4BAE-891BFBAFFB0A}"/>
              </a:ext>
            </a:extLst>
          </p:cNvPr>
          <p:cNvSpPr/>
          <p:nvPr/>
        </p:nvSpPr>
        <p:spPr>
          <a:xfrm>
            <a:off x="5833872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01B3A89-8BBF-FD10-0F4F-0168D907DFCB}"/>
              </a:ext>
            </a:extLst>
          </p:cNvPr>
          <p:cNvSpPr txBox="1"/>
          <p:nvPr/>
        </p:nvSpPr>
        <p:spPr>
          <a:xfrm>
            <a:off x="5833872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49" name="tile 42">
            <a:extLst>
              <a:ext uri="{FF2B5EF4-FFF2-40B4-BE49-F238E27FC236}">
                <a16:creationId xmlns:a16="http://schemas.microsoft.com/office/drawing/2014/main" id="{C98D8C74-8D64-EFE6-5C82-C0FEE69FB185}"/>
              </a:ext>
            </a:extLst>
          </p:cNvPr>
          <p:cNvSpPr/>
          <p:nvPr/>
        </p:nvSpPr>
        <p:spPr>
          <a:xfrm>
            <a:off x="6547104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4FE0705-3FCD-EB15-296C-E077B466FCFE}"/>
              </a:ext>
            </a:extLst>
          </p:cNvPr>
          <p:cNvSpPr txBox="1"/>
          <p:nvPr/>
        </p:nvSpPr>
        <p:spPr>
          <a:xfrm>
            <a:off x="6547104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2800" dirty="0"/>
              <a:t>⚓</a:t>
            </a:r>
            <a:endParaRPr lang="en-US" sz="2800" dirty="0"/>
          </a:p>
        </p:txBody>
      </p:sp>
      <p:sp>
        <p:nvSpPr>
          <p:cNvPr id="51" name="tile 43">
            <a:extLst>
              <a:ext uri="{FF2B5EF4-FFF2-40B4-BE49-F238E27FC236}">
                <a16:creationId xmlns:a16="http://schemas.microsoft.com/office/drawing/2014/main" id="{E55631ED-B325-76D2-E5A2-D06A1CFB5DC6}"/>
              </a:ext>
            </a:extLst>
          </p:cNvPr>
          <p:cNvSpPr/>
          <p:nvPr/>
        </p:nvSpPr>
        <p:spPr>
          <a:xfrm>
            <a:off x="7260336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22E07D12-F558-8AD7-DE52-D420C3FE9585}"/>
              </a:ext>
            </a:extLst>
          </p:cNvPr>
          <p:cNvSpPr txBox="1"/>
          <p:nvPr/>
        </p:nvSpPr>
        <p:spPr>
          <a:xfrm>
            <a:off x="7260336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53" name="tile 44">
            <a:extLst>
              <a:ext uri="{FF2B5EF4-FFF2-40B4-BE49-F238E27FC236}">
                <a16:creationId xmlns:a16="http://schemas.microsoft.com/office/drawing/2014/main" id="{3E6CD075-EC2D-D5B1-AB8F-0B190EBCA3DD}"/>
              </a:ext>
            </a:extLst>
          </p:cNvPr>
          <p:cNvSpPr/>
          <p:nvPr/>
        </p:nvSpPr>
        <p:spPr>
          <a:xfrm>
            <a:off x="7973568" y="3630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42C9FCE-2112-1C25-00D2-80861ED0966A}"/>
              </a:ext>
            </a:extLst>
          </p:cNvPr>
          <p:cNvSpPr txBox="1"/>
          <p:nvPr/>
        </p:nvSpPr>
        <p:spPr>
          <a:xfrm>
            <a:off x="7973568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2451482"/>
      </p:ext>
    </p:extLst>
  </p:cSld>
  <p:clrMapOvr>
    <a:masterClrMapping/>
  </p:clrMapOvr>
</p:sld>
</file>

<file path=ppt/theme/theme1.xml><?xml version="1.0" encoding="utf-8"?>
<a:theme xmlns:a="http://schemas.openxmlformats.org/drawingml/2006/main" name="CodeLight">
  <a:themeElements>
    <a:clrScheme name="CodeLight">
      <a:dk1>
        <a:srgbClr val="1E293B"/>
      </a:dk1>
      <a:lt1>
        <a:srgbClr val="FFFFFF"/>
      </a:lt1>
      <a:dk2>
        <a:srgbClr val="0F766E"/>
      </a:dk2>
      <a:lt2>
        <a:srgbClr val="F1F5F9"/>
      </a:lt2>
      <a:accent1>
        <a:srgbClr val="0F766E"/>
      </a:accent1>
      <a:accent2>
        <a:srgbClr val="D97706"/>
      </a:accent2>
      <a:accent3>
        <a:srgbClr val="4F46E5"/>
      </a:accent3>
      <a:accent4>
        <a:srgbClr val="64748B"/>
      </a:accent4>
      <a:accent5>
        <a:srgbClr val="CBD5E1"/>
      </a:accent5>
      <a:accent6>
        <a:srgbClr val="DC2626"/>
      </a:accent6>
      <a:hlink>
        <a:srgbClr val="0F766E"/>
      </a:hlink>
      <a:folHlink>
        <a:srgbClr val="64748B"/>
      </a:folHlink>
    </a:clrScheme>
    <a:fontScheme name="Code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3161</Words>
  <Application>Microsoft Macintosh PowerPoint</Application>
  <PresentationFormat>Presentación en pantalla (16:9)</PresentationFormat>
  <Paragraphs>552</Paragraphs>
  <Slides>26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</vt:lpstr>
      <vt:lpstr>Courier New</vt:lpstr>
      <vt:lpstr>Wingdings</vt:lpstr>
      <vt:lpstr>CodeLight</vt:lpstr>
      <vt:lpstr>Presentación de PowerPoint</vt:lpstr>
      <vt:lpstr>Estructura del proyecto</vt:lpstr>
      <vt:lpstr>Leyenda: El tablero y la flota. </vt:lpstr>
      <vt:lpstr>utils.py · Crear el tablero y los barcos</vt:lpstr>
      <vt:lpstr>utils.py · Colocación de barcos</vt:lpstr>
      <vt:lpstr>Presentación de PowerPoint</vt:lpstr>
      <vt:lpstr>utils.py · Crear máscara para no ver tablero enemigo</vt:lpstr>
      <vt:lpstr>utils.py · shoot</vt:lpstr>
      <vt:lpstr>utils.py · shoot</vt:lpstr>
      <vt:lpstr>utils.py · shoot</vt:lpstr>
      <vt:lpstr>utils.py · shoot /lives</vt:lpstr>
      <vt:lpstr>print_boards - Interfaz partida</vt:lpstr>
      <vt:lpstr>Presentación de PowerPoint</vt:lpstr>
      <vt:lpstr>Presentación de PowerPoint</vt:lpstr>
      <vt:lpstr>bot.py · Niveles de la cpu</vt:lpstr>
      <vt:lpstr>bot.py · easy cpu </vt:lpstr>
      <vt:lpstr>bot.py · medium cpu</vt:lpstr>
      <vt:lpstr>bot.py · hard cpu</vt:lpstr>
      <vt:lpstr>main.py · play() – Configuración de la partida</vt:lpstr>
      <vt:lpstr>Presentación de PowerPoint</vt:lpstr>
      <vt:lpstr>main.py · play() – Bucle del juego</vt:lpstr>
      <vt:lpstr>main.py · play() – Bucle del juego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Jorge Sánchez</cp:lastModifiedBy>
  <cp:revision>10</cp:revision>
  <dcterms:created xsi:type="dcterms:W3CDTF">2026-10-14T08:45:17Z</dcterms:created>
  <dcterms:modified xsi:type="dcterms:W3CDTF">2026-10-15T18:01:26Z</dcterms:modified>
</cp:coreProperties>
</file>